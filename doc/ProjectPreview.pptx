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356" r:id="rId1"/>
    <p:sldMasterId id="2147484610" r:id="rId2"/>
  </p:sldMasterIdLst>
  <p:notesMasterIdLst>
    <p:notesMasterId r:id="rId8"/>
  </p:notesMasterIdLst>
  <p:handoutMasterIdLst>
    <p:handoutMasterId r:id="rId9"/>
  </p:handoutMasterIdLst>
  <p:sldIdLst>
    <p:sldId id="1775" r:id="rId3"/>
    <p:sldId id="2134805489" r:id="rId4"/>
    <p:sldId id="2134805490" r:id="rId5"/>
    <p:sldId id="2134805492" r:id="rId6"/>
    <p:sldId id="2134805491" r:id="rId7"/>
  </p:sldIdLst>
  <p:sldSz cx="12192000" cy="6858000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0418782-2DAB-4CC5-9AF6-25A52F6C6092}">
          <p14:sldIdLst>
            <p14:sldId id="1775"/>
            <p14:sldId id="2134805489"/>
            <p14:sldId id="2134805490"/>
            <p14:sldId id="2134805492"/>
            <p14:sldId id="213480549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기섭" initials="이" lastIdx="1" clrIdx="0">
    <p:extLst>
      <p:ext uri="{19B8F6BF-5375-455C-9EA6-DF929625EA0E}">
        <p15:presenceInfo xmlns:p15="http://schemas.microsoft.com/office/powerpoint/2012/main" userId="이기섭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FF0000"/>
    <a:srgbClr val="0000CC"/>
    <a:srgbClr val="990000"/>
    <a:srgbClr val="DD3B09"/>
    <a:srgbClr val="CC99FF"/>
    <a:srgbClr val="FF66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9798B-07FD-49F1-BE53-B59F15535354}" v="82" dt="2026-06-10T06:35:04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4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기섭 이" userId="1ad65406ccf8894f" providerId="LiveId" clId="{71451178-ABF1-4B9A-A00C-BBA97334E90B}"/>
    <pc:docChg chg="undo custSel addSld delSld modSld addMainMaster delMainMaster modSection">
      <pc:chgData name="기섭 이" userId="1ad65406ccf8894f" providerId="LiveId" clId="{71451178-ABF1-4B9A-A00C-BBA97334E90B}" dt="2026-06-10T06:35:04.935" v="1650"/>
      <pc:docMkLst>
        <pc:docMk/>
      </pc:docMkLst>
      <pc:sldChg chg="modSp add del mod">
        <pc:chgData name="기섭 이" userId="1ad65406ccf8894f" providerId="LiveId" clId="{71451178-ABF1-4B9A-A00C-BBA97334E90B}" dt="2026-06-10T06:33:54.724" v="1433" actId="6549"/>
        <pc:sldMkLst>
          <pc:docMk/>
          <pc:sldMk cId="0" sldId="1775"/>
        </pc:sldMkLst>
        <pc:spChg chg="mod">
          <ac:chgData name="기섭 이" userId="1ad65406ccf8894f" providerId="LiveId" clId="{71451178-ABF1-4B9A-A00C-BBA97334E90B}" dt="2026-06-10T06:33:54.724" v="1433" actId="6549"/>
          <ac:spMkLst>
            <pc:docMk/>
            <pc:sldMk cId="0" sldId="1775"/>
            <ac:spMk id="5" creationId="{00000000-0000-0000-0000-000000000000}"/>
          </ac:spMkLst>
        </pc:spChg>
        <pc:spChg chg="mod">
          <ac:chgData name="기섭 이" userId="1ad65406ccf8894f" providerId="LiveId" clId="{71451178-ABF1-4B9A-A00C-BBA97334E90B}" dt="2026-06-10T05:44:11.273" v="252" actId="6549"/>
          <ac:spMkLst>
            <pc:docMk/>
            <pc:sldMk cId="0" sldId="1775"/>
            <ac:spMk id="10" creationId="{00000000-0000-0000-0000-000000000000}"/>
          </ac:spMkLst>
        </pc:spChg>
      </pc:sldChg>
      <pc:sldChg chg="del">
        <pc:chgData name="기섭 이" userId="1ad65406ccf8894f" providerId="LiveId" clId="{71451178-ABF1-4B9A-A00C-BBA97334E90B}" dt="2026-06-10T05:43:46.409" v="210" actId="47"/>
        <pc:sldMkLst>
          <pc:docMk/>
          <pc:sldMk cId="3475396496" sldId="2023"/>
        </pc:sldMkLst>
      </pc:sldChg>
      <pc:sldChg chg="del">
        <pc:chgData name="기섭 이" userId="1ad65406ccf8894f" providerId="LiveId" clId="{71451178-ABF1-4B9A-A00C-BBA97334E90B}" dt="2026-06-10T05:43:46.382" v="209" actId="47"/>
        <pc:sldMkLst>
          <pc:docMk/>
          <pc:sldMk cId="3354369280" sldId="2051"/>
        </pc:sldMkLst>
      </pc:sldChg>
      <pc:sldChg chg="del">
        <pc:chgData name="기섭 이" userId="1ad65406ccf8894f" providerId="LiveId" clId="{71451178-ABF1-4B9A-A00C-BBA97334E90B}" dt="2026-06-10T05:43:46.351" v="208" actId="47"/>
        <pc:sldMkLst>
          <pc:docMk/>
          <pc:sldMk cId="359594665" sldId="2066"/>
        </pc:sldMkLst>
      </pc:sldChg>
      <pc:sldChg chg="del">
        <pc:chgData name="기섭 이" userId="1ad65406ccf8894f" providerId="LiveId" clId="{71451178-ABF1-4B9A-A00C-BBA97334E90B}" dt="2026-06-10T05:43:46.327" v="207" actId="47"/>
        <pc:sldMkLst>
          <pc:docMk/>
          <pc:sldMk cId="2249031055" sldId="2079"/>
        </pc:sldMkLst>
      </pc:sldChg>
      <pc:sldChg chg="del">
        <pc:chgData name="기섭 이" userId="1ad65406ccf8894f" providerId="LiveId" clId="{71451178-ABF1-4B9A-A00C-BBA97334E90B}" dt="2026-06-10T05:43:46.170" v="202" actId="47"/>
        <pc:sldMkLst>
          <pc:docMk/>
          <pc:sldMk cId="769286362" sldId="2096"/>
        </pc:sldMkLst>
      </pc:sldChg>
      <pc:sldChg chg="del">
        <pc:chgData name="기섭 이" userId="1ad65406ccf8894f" providerId="LiveId" clId="{71451178-ABF1-4B9A-A00C-BBA97334E90B}" dt="2026-06-10T05:43:46.211" v="204" actId="47"/>
        <pc:sldMkLst>
          <pc:docMk/>
          <pc:sldMk cId="596436248" sldId="2097"/>
        </pc:sldMkLst>
      </pc:sldChg>
      <pc:sldChg chg="del">
        <pc:chgData name="기섭 이" userId="1ad65406ccf8894f" providerId="LiveId" clId="{71451178-ABF1-4B9A-A00C-BBA97334E90B}" dt="2026-06-10T05:43:46.241" v="205" actId="47"/>
        <pc:sldMkLst>
          <pc:docMk/>
          <pc:sldMk cId="2770400168" sldId="2098"/>
        </pc:sldMkLst>
      </pc:sldChg>
      <pc:sldChg chg="del">
        <pc:chgData name="기섭 이" userId="1ad65406ccf8894f" providerId="LiveId" clId="{71451178-ABF1-4B9A-A00C-BBA97334E90B}" dt="2026-06-10T05:43:46.313" v="206" actId="47"/>
        <pc:sldMkLst>
          <pc:docMk/>
          <pc:sldMk cId="2975910955" sldId="2099"/>
        </pc:sldMkLst>
      </pc:sldChg>
      <pc:sldChg chg="del">
        <pc:chgData name="기섭 이" userId="1ad65406ccf8894f" providerId="LiveId" clId="{71451178-ABF1-4B9A-A00C-BBA97334E90B}" dt="2026-06-10T05:43:46.182" v="203" actId="47"/>
        <pc:sldMkLst>
          <pc:docMk/>
          <pc:sldMk cId="1470729659" sldId="2100"/>
        </pc:sldMkLst>
      </pc:sldChg>
      <pc:sldChg chg="del">
        <pc:chgData name="기섭 이" userId="1ad65406ccf8894f" providerId="LiveId" clId="{71451178-ABF1-4B9A-A00C-BBA97334E90B}" dt="2026-06-10T05:43:45.655" v="201" actId="47"/>
        <pc:sldMkLst>
          <pc:docMk/>
          <pc:sldMk cId="1857159910" sldId="2103"/>
        </pc:sldMkLst>
      </pc:sldChg>
      <pc:sldChg chg="del">
        <pc:chgData name="기섭 이" userId="1ad65406ccf8894f" providerId="LiveId" clId="{71451178-ABF1-4B9A-A00C-BBA97334E90B}" dt="2026-06-10T05:43:45.320" v="200" actId="47"/>
        <pc:sldMkLst>
          <pc:docMk/>
          <pc:sldMk cId="901211961" sldId="2107"/>
        </pc:sldMkLst>
      </pc:sldChg>
      <pc:sldChg chg="del">
        <pc:chgData name="기섭 이" userId="1ad65406ccf8894f" providerId="LiveId" clId="{71451178-ABF1-4B9A-A00C-BBA97334E90B}" dt="2026-06-10T05:43:45.294" v="199" actId="47"/>
        <pc:sldMkLst>
          <pc:docMk/>
          <pc:sldMk cId="2422441467" sldId="2112"/>
        </pc:sldMkLst>
      </pc:sldChg>
      <pc:sldChg chg="del">
        <pc:chgData name="기섭 이" userId="1ad65406ccf8894f" providerId="LiveId" clId="{71451178-ABF1-4B9A-A00C-BBA97334E90B}" dt="2026-06-10T05:43:45.197" v="196" actId="47"/>
        <pc:sldMkLst>
          <pc:docMk/>
          <pc:sldMk cId="1480429770" sldId="2125"/>
        </pc:sldMkLst>
      </pc:sldChg>
      <pc:sldChg chg="del">
        <pc:chgData name="기섭 이" userId="1ad65406ccf8894f" providerId="LiveId" clId="{71451178-ABF1-4B9A-A00C-BBA97334E90B}" dt="2026-06-10T05:43:45.176" v="195" actId="47"/>
        <pc:sldMkLst>
          <pc:docMk/>
          <pc:sldMk cId="2131017950" sldId="2127"/>
        </pc:sldMkLst>
      </pc:sldChg>
      <pc:sldChg chg="del">
        <pc:chgData name="기섭 이" userId="1ad65406ccf8894f" providerId="LiveId" clId="{71451178-ABF1-4B9A-A00C-BBA97334E90B}" dt="2026-06-10T05:43:45.150" v="194" actId="47"/>
        <pc:sldMkLst>
          <pc:docMk/>
          <pc:sldMk cId="3671317751" sldId="2128"/>
        </pc:sldMkLst>
      </pc:sldChg>
      <pc:sldChg chg="del">
        <pc:chgData name="기섭 이" userId="1ad65406ccf8894f" providerId="LiveId" clId="{71451178-ABF1-4B9A-A00C-BBA97334E90B}" dt="2026-06-10T05:43:45.102" v="193" actId="47"/>
        <pc:sldMkLst>
          <pc:docMk/>
          <pc:sldMk cId="1851180031" sldId="2129"/>
        </pc:sldMkLst>
      </pc:sldChg>
      <pc:sldChg chg="del">
        <pc:chgData name="기섭 이" userId="1ad65406ccf8894f" providerId="LiveId" clId="{71451178-ABF1-4B9A-A00C-BBA97334E90B}" dt="2026-06-10T05:43:45.058" v="192" actId="47"/>
        <pc:sldMkLst>
          <pc:docMk/>
          <pc:sldMk cId="3573784384" sldId="2135"/>
        </pc:sldMkLst>
      </pc:sldChg>
      <pc:sldChg chg="del">
        <pc:chgData name="기섭 이" userId="1ad65406ccf8894f" providerId="LiveId" clId="{71451178-ABF1-4B9A-A00C-BBA97334E90B}" dt="2026-06-10T05:43:44.949" v="190" actId="47"/>
        <pc:sldMkLst>
          <pc:docMk/>
          <pc:sldMk cId="3153799797" sldId="2143"/>
        </pc:sldMkLst>
      </pc:sldChg>
      <pc:sldChg chg="del">
        <pc:chgData name="기섭 이" userId="1ad65406ccf8894f" providerId="LiveId" clId="{71451178-ABF1-4B9A-A00C-BBA97334E90B}" dt="2026-06-10T05:43:44.906" v="188" actId="47"/>
        <pc:sldMkLst>
          <pc:docMk/>
          <pc:sldMk cId="1721574463" sldId="2145"/>
        </pc:sldMkLst>
      </pc:sldChg>
      <pc:sldChg chg="del">
        <pc:chgData name="기섭 이" userId="1ad65406ccf8894f" providerId="LiveId" clId="{71451178-ABF1-4B9A-A00C-BBA97334E90B}" dt="2026-06-10T05:43:44.926" v="189" actId="47"/>
        <pc:sldMkLst>
          <pc:docMk/>
          <pc:sldMk cId="3841737770" sldId="2146"/>
        </pc:sldMkLst>
      </pc:sldChg>
      <pc:sldChg chg="del">
        <pc:chgData name="기섭 이" userId="1ad65406ccf8894f" providerId="LiveId" clId="{71451178-ABF1-4B9A-A00C-BBA97334E90B}" dt="2026-06-10T05:43:44.847" v="187" actId="47"/>
        <pc:sldMkLst>
          <pc:docMk/>
          <pc:sldMk cId="1696940614" sldId="2147"/>
        </pc:sldMkLst>
      </pc:sldChg>
      <pc:sldChg chg="del">
        <pc:chgData name="기섭 이" userId="1ad65406ccf8894f" providerId="LiveId" clId="{71451178-ABF1-4B9A-A00C-BBA97334E90B}" dt="2026-06-10T05:43:44.798" v="186" actId="47"/>
        <pc:sldMkLst>
          <pc:docMk/>
          <pc:sldMk cId="1436667743" sldId="2149"/>
        </pc:sldMkLst>
      </pc:sldChg>
      <pc:sldChg chg="del">
        <pc:chgData name="기섭 이" userId="1ad65406ccf8894f" providerId="LiveId" clId="{71451178-ABF1-4B9A-A00C-BBA97334E90B}" dt="2026-06-10T05:43:44.725" v="185" actId="47"/>
        <pc:sldMkLst>
          <pc:docMk/>
          <pc:sldMk cId="1392515197" sldId="2154"/>
        </pc:sldMkLst>
      </pc:sldChg>
      <pc:sldChg chg="del">
        <pc:chgData name="기섭 이" userId="1ad65406ccf8894f" providerId="LiveId" clId="{71451178-ABF1-4B9A-A00C-BBA97334E90B}" dt="2026-06-10T05:43:44.671" v="184" actId="47"/>
        <pc:sldMkLst>
          <pc:docMk/>
          <pc:sldMk cId="2165406342" sldId="2156"/>
        </pc:sldMkLst>
      </pc:sldChg>
      <pc:sldChg chg="del">
        <pc:chgData name="기섭 이" userId="1ad65406ccf8894f" providerId="LiveId" clId="{71451178-ABF1-4B9A-A00C-BBA97334E90B}" dt="2026-06-10T05:43:44.607" v="181" actId="47"/>
        <pc:sldMkLst>
          <pc:docMk/>
          <pc:sldMk cId="723903998" sldId="2176"/>
        </pc:sldMkLst>
      </pc:sldChg>
      <pc:sldChg chg="del">
        <pc:chgData name="기섭 이" userId="1ad65406ccf8894f" providerId="LiveId" clId="{71451178-ABF1-4B9A-A00C-BBA97334E90B}" dt="2026-06-10T05:43:44.259" v="171" actId="47"/>
        <pc:sldMkLst>
          <pc:docMk/>
          <pc:sldMk cId="1319416750" sldId="2192"/>
        </pc:sldMkLst>
      </pc:sldChg>
      <pc:sldChg chg="del">
        <pc:chgData name="기섭 이" userId="1ad65406ccf8894f" providerId="LiveId" clId="{71451178-ABF1-4B9A-A00C-BBA97334E90B}" dt="2026-06-10T05:43:44.562" v="180" actId="47"/>
        <pc:sldMkLst>
          <pc:docMk/>
          <pc:sldMk cId="335578677" sldId="2193"/>
        </pc:sldMkLst>
      </pc:sldChg>
      <pc:sldChg chg="del">
        <pc:chgData name="기섭 이" userId="1ad65406ccf8894f" providerId="LiveId" clId="{71451178-ABF1-4B9A-A00C-BBA97334E90B}" dt="2026-06-10T05:43:44.531" v="179" actId="47"/>
        <pc:sldMkLst>
          <pc:docMk/>
          <pc:sldMk cId="2868519675" sldId="2195"/>
        </pc:sldMkLst>
      </pc:sldChg>
      <pc:sldChg chg="del">
        <pc:chgData name="기섭 이" userId="1ad65406ccf8894f" providerId="LiveId" clId="{71451178-ABF1-4B9A-A00C-BBA97334E90B}" dt="2026-06-10T05:43:45.225" v="197" actId="47"/>
        <pc:sldMkLst>
          <pc:docMk/>
          <pc:sldMk cId="3782157684" sldId="2196"/>
        </pc:sldMkLst>
      </pc:sldChg>
      <pc:sldChg chg="del">
        <pc:chgData name="기섭 이" userId="1ad65406ccf8894f" providerId="LiveId" clId="{71451178-ABF1-4B9A-A00C-BBA97334E90B}" dt="2026-06-10T05:43:44.659" v="183" actId="47"/>
        <pc:sldMkLst>
          <pc:docMk/>
          <pc:sldMk cId="2112307634" sldId="2198"/>
        </pc:sldMkLst>
      </pc:sldChg>
      <pc:sldChg chg="del">
        <pc:chgData name="기섭 이" userId="1ad65406ccf8894f" providerId="LiveId" clId="{71451178-ABF1-4B9A-A00C-BBA97334E90B}" dt="2026-06-10T05:43:44.628" v="182" actId="47"/>
        <pc:sldMkLst>
          <pc:docMk/>
          <pc:sldMk cId="899494697" sldId="2199"/>
        </pc:sldMkLst>
      </pc:sldChg>
      <pc:sldChg chg="del">
        <pc:chgData name="기섭 이" userId="1ad65406ccf8894f" providerId="LiveId" clId="{71451178-ABF1-4B9A-A00C-BBA97334E90B}" dt="2026-06-10T05:43:44.506" v="178" actId="47"/>
        <pc:sldMkLst>
          <pc:docMk/>
          <pc:sldMk cId="3377784902" sldId="2200"/>
        </pc:sldMkLst>
      </pc:sldChg>
      <pc:sldChg chg="del">
        <pc:chgData name="기섭 이" userId="1ad65406ccf8894f" providerId="LiveId" clId="{71451178-ABF1-4B9A-A00C-BBA97334E90B}" dt="2026-06-10T05:43:44.458" v="177" actId="47"/>
        <pc:sldMkLst>
          <pc:docMk/>
          <pc:sldMk cId="3410167775" sldId="2202"/>
        </pc:sldMkLst>
      </pc:sldChg>
      <pc:sldChg chg="del">
        <pc:chgData name="기섭 이" userId="1ad65406ccf8894f" providerId="LiveId" clId="{71451178-ABF1-4B9A-A00C-BBA97334E90B}" dt="2026-06-10T05:43:44.361" v="174" actId="47"/>
        <pc:sldMkLst>
          <pc:docMk/>
          <pc:sldMk cId="2960940065" sldId="2204"/>
        </pc:sldMkLst>
      </pc:sldChg>
      <pc:sldChg chg="del">
        <pc:chgData name="기섭 이" userId="1ad65406ccf8894f" providerId="LiveId" clId="{71451178-ABF1-4B9A-A00C-BBA97334E90B}" dt="2026-06-10T05:43:44.434" v="176" actId="47"/>
        <pc:sldMkLst>
          <pc:docMk/>
          <pc:sldMk cId="4240978818" sldId="2207"/>
        </pc:sldMkLst>
      </pc:sldChg>
      <pc:sldChg chg="del">
        <pc:chgData name="기섭 이" userId="1ad65406ccf8894f" providerId="LiveId" clId="{71451178-ABF1-4B9A-A00C-BBA97334E90B}" dt="2026-06-10T05:43:44.307" v="173" actId="47"/>
        <pc:sldMkLst>
          <pc:docMk/>
          <pc:sldMk cId="3527983752" sldId="2208"/>
        </pc:sldMkLst>
      </pc:sldChg>
      <pc:sldChg chg="del">
        <pc:chgData name="기섭 이" userId="1ad65406ccf8894f" providerId="LiveId" clId="{71451178-ABF1-4B9A-A00C-BBA97334E90B}" dt="2026-06-10T05:43:44.290" v="172" actId="47"/>
        <pc:sldMkLst>
          <pc:docMk/>
          <pc:sldMk cId="2122553785" sldId="2209"/>
        </pc:sldMkLst>
      </pc:sldChg>
      <pc:sldChg chg="del">
        <pc:chgData name="기섭 이" userId="1ad65406ccf8894f" providerId="LiveId" clId="{71451178-ABF1-4B9A-A00C-BBA97334E90B}" dt="2026-06-10T05:43:44.400" v="175" actId="47"/>
        <pc:sldMkLst>
          <pc:docMk/>
          <pc:sldMk cId="882568693" sldId="2210"/>
        </pc:sldMkLst>
      </pc:sldChg>
      <pc:sldChg chg="del">
        <pc:chgData name="기섭 이" userId="1ad65406ccf8894f" providerId="LiveId" clId="{71451178-ABF1-4B9A-A00C-BBA97334E90B}" dt="2026-06-10T05:43:44.228" v="170" actId="47"/>
        <pc:sldMkLst>
          <pc:docMk/>
          <pc:sldMk cId="4043487084" sldId="2211"/>
        </pc:sldMkLst>
      </pc:sldChg>
      <pc:sldChg chg="del">
        <pc:chgData name="기섭 이" userId="1ad65406ccf8894f" providerId="LiveId" clId="{71451178-ABF1-4B9A-A00C-BBA97334E90B}" dt="2026-06-10T05:43:44.210" v="169" actId="47"/>
        <pc:sldMkLst>
          <pc:docMk/>
          <pc:sldMk cId="2491411032" sldId="2212"/>
        </pc:sldMkLst>
      </pc:sldChg>
      <pc:sldChg chg="del">
        <pc:chgData name="기섭 이" userId="1ad65406ccf8894f" providerId="LiveId" clId="{71451178-ABF1-4B9A-A00C-BBA97334E90B}" dt="2026-06-10T05:43:44.167" v="168" actId="47"/>
        <pc:sldMkLst>
          <pc:docMk/>
          <pc:sldMk cId="236145580" sldId="2213"/>
        </pc:sldMkLst>
      </pc:sldChg>
      <pc:sldChg chg="del">
        <pc:chgData name="기섭 이" userId="1ad65406ccf8894f" providerId="LiveId" clId="{71451178-ABF1-4B9A-A00C-BBA97334E90B}" dt="2026-06-10T05:43:44.082" v="165" actId="47"/>
        <pc:sldMkLst>
          <pc:docMk/>
          <pc:sldMk cId="4032334410" sldId="2214"/>
        </pc:sldMkLst>
      </pc:sldChg>
      <pc:sldChg chg="del">
        <pc:chgData name="기섭 이" userId="1ad65406ccf8894f" providerId="LiveId" clId="{71451178-ABF1-4B9A-A00C-BBA97334E90B}" dt="2026-06-10T05:43:44.146" v="167" actId="47"/>
        <pc:sldMkLst>
          <pc:docMk/>
          <pc:sldMk cId="3572872053" sldId="2215"/>
        </pc:sldMkLst>
      </pc:sldChg>
      <pc:sldChg chg="del">
        <pc:chgData name="기섭 이" userId="1ad65406ccf8894f" providerId="LiveId" clId="{71451178-ABF1-4B9A-A00C-BBA97334E90B}" dt="2026-06-10T05:43:44.126" v="166" actId="47"/>
        <pc:sldMkLst>
          <pc:docMk/>
          <pc:sldMk cId="2994368568" sldId="2216"/>
        </pc:sldMkLst>
      </pc:sldChg>
      <pc:sldChg chg="del">
        <pc:chgData name="기섭 이" userId="1ad65406ccf8894f" providerId="LiveId" clId="{71451178-ABF1-4B9A-A00C-BBA97334E90B}" dt="2026-06-10T05:43:43.332" v="163" actId="47"/>
        <pc:sldMkLst>
          <pc:docMk/>
          <pc:sldMk cId="1994330031" sldId="2217"/>
        </pc:sldMkLst>
      </pc:sldChg>
      <pc:sldChg chg="del">
        <pc:chgData name="기섭 이" userId="1ad65406ccf8894f" providerId="LiveId" clId="{71451178-ABF1-4B9A-A00C-BBA97334E90B}" dt="2026-06-10T05:43:43.272" v="161" actId="47"/>
        <pc:sldMkLst>
          <pc:docMk/>
          <pc:sldMk cId="3550657392" sldId="2218"/>
        </pc:sldMkLst>
      </pc:sldChg>
      <pc:sldChg chg="del">
        <pc:chgData name="기섭 이" userId="1ad65406ccf8894f" providerId="LiveId" clId="{71451178-ABF1-4B9A-A00C-BBA97334E90B}" dt="2026-06-10T05:43:43.305" v="162" actId="47"/>
        <pc:sldMkLst>
          <pc:docMk/>
          <pc:sldMk cId="1537112058" sldId="2219"/>
        </pc:sldMkLst>
      </pc:sldChg>
      <pc:sldChg chg="del">
        <pc:chgData name="기섭 이" userId="1ad65406ccf8894f" providerId="LiveId" clId="{71451178-ABF1-4B9A-A00C-BBA97334E90B}" dt="2026-06-10T05:43:43.551" v="164" actId="47"/>
        <pc:sldMkLst>
          <pc:docMk/>
          <pc:sldMk cId="2131799643" sldId="2220"/>
        </pc:sldMkLst>
      </pc:sldChg>
      <pc:sldChg chg="del">
        <pc:chgData name="기섭 이" userId="1ad65406ccf8894f" providerId="LiveId" clId="{71451178-ABF1-4B9A-A00C-BBA97334E90B}" dt="2026-06-10T05:43:43.159" v="159" actId="47"/>
        <pc:sldMkLst>
          <pc:docMk/>
          <pc:sldMk cId="1722438810" sldId="2221"/>
        </pc:sldMkLst>
      </pc:sldChg>
      <pc:sldChg chg="del">
        <pc:chgData name="기섭 이" userId="1ad65406ccf8894f" providerId="LiveId" clId="{71451178-ABF1-4B9A-A00C-BBA97334E90B}" dt="2026-06-10T05:43:43.217" v="160" actId="47"/>
        <pc:sldMkLst>
          <pc:docMk/>
          <pc:sldMk cId="2044013524" sldId="2222"/>
        </pc:sldMkLst>
      </pc:sldChg>
      <pc:sldChg chg="del">
        <pc:chgData name="기섭 이" userId="1ad65406ccf8894f" providerId="LiveId" clId="{71451178-ABF1-4B9A-A00C-BBA97334E90B}" dt="2026-06-10T05:43:43.144" v="158" actId="47"/>
        <pc:sldMkLst>
          <pc:docMk/>
          <pc:sldMk cId="4105019174" sldId="2224"/>
        </pc:sldMkLst>
      </pc:sldChg>
      <pc:sldChg chg="del">
        <pc:chgData name="기섭 이" userId="1ad65406ccf8894f" providerId="LiveId" clId="{71451178-ABF1-4B9A-A00C-BBA97334E90B}" dt="2026-06-10T05:43:43.104" v="157" actId="47"/>
        <pc:sldMkLst>
          <pc:docMk/>
          <pc:sldMk cId="1247562800" sldId="2225"/>
        </pc:sldMkLst>
      </pc:sldChg>
      <pc:sldChg chg="del">
        <pc:chgData name="기섭 이" userId="1ad65406ccf8894f" providerId="LiveId" clId="{71451178-ABF1-4B9A-A00C-BBA97334E90B}" dt="2026-06-10T05:43:43.085" v="156" actId="47"/>
        <pc:sldMkLst>
          <pc:docMk/>
          <pc:sldMk cId="2481209951" sldId="2230"/>
        </pc:sldMkLst>
      </pc:sldChg>
      <pc:sldChg chg="del">
        <pc:chgData name="기섭 이" userId="1ad65406ccf8894f" providerId="LiveId" clId="{71451178-ABF1-4B9A-A00C-BBA97334E90B}" dt="2026-06-10T05:43:43.068" v="155" actId="47"/>
        <pc:sldMkLst>
          <pc:docMk/>
          <pc:sldMk cId="2749894395" sldId="2233"/>
        </pc:sldMkLst>
      </pc:sldChg>
      <pc:sldChg chg="del">
        <pc:chgData name="기섭 이" userId="1ad65406ccf8894f" providerId="LiveId" clId="{71451178-ABF1-4B9A-A00C-BBA97334E90B}" dt="2026-06-10T05:43:43.001" v="154" actId="47"/>
        <pc:sldMkLst>
          <pc:docMk/>
          <pc:sldMk cId="1057646411" sldId="2240"/>
        </pc:sldMkLst>
      </pc:sldChg>
      <pc:sldChg chg="del">
        <pc:chgData name="기섭 이" userId="1ad65406ccf8894f" providerId="LiveId" clId="{71451178-ABF1-4B9A-A00C-BBA97334E90B}" dt="2026-06-10T05:43:41.321" v="150" actId="47"/>
        <pc:sldMkLst>
          <pc:docMk/>
          <pc:sldMk cId="1298474034" sldId="2242"/>
        </pc:sldMkLst>
      </pc:sldChg>
      <pc:sldChg chg="del">
        <pc:chgData name="기섭 이" userId="1ad65406ccf8894f" providerId="LiveId" clId="{71451178-ABF1-4B9A-A00C-BBA97334E90B}" dt="2026-06-10T05:43:41.912" v="151" actId="47"/>
        <pc:sldMkLst>
          <pc:docMk/>
          <pc:sldMk cId="1312355772" sldId="2243"/>
        </pc:sldMkLst>
      </pc:sldChg>
      <pc:sldChg chg="del">
        <pc:chgData name="기섭 이" userId="1ad65406ccf8894f" providerId="LiveId" clId="{71451178-ABF1-4B9A-A00C-BBA97334E90B}" dt="2026-06-10T05:43:42.455" v="152" actId="47"/>
        <pc:sldMkLst>
          <pc:docMk/>
          <pc:sldMk cId="2217311551" sldId="2244"/>
        </pc:sldMkLst>
      </pc:sldChg>
      <pc:sldChg chg="del">
        <pc:chgData name="기섭 이" userId="1ad65406ccf8894f" providerId="LiveId" clId="{71451178-ABF1-4B9A-A00C-BBA97334E90B}" dt="2026-06-10T05:43:42.968" v="153" actId="47"/>
        <pc:sldMkLst>
          <pc:docMk/>
          <pc:sldMk cId="4007656152" sldId="2245"/>
        </pc:sldMkLst>
      </pc:sldChg>
      <pc:sldChg chg="del">
        <pc:chgData name="기섭 이" userId="1ad65406ccf8894f" providerId="LiveId" clId="{71451178-ABF1-4B9A-A00C-BBA97334E90B}" dt="2026-06-10T05:43:41.307" v="149" actId="47"/>
        <pc:sldMkLst>
          <pc:docMk/>
          <pc:sldMk cId="1392266345" sldId="2247"/>
        </pc:sldMkLst>
      </pc:sldChg>
      <pc:sldChg chg="del">
        <pc:chgData name="기섭 이" userId="1ad65406ccf8894f" providerId="LiveId" clId="{71451178-ABF1-4B9A-A00C-BBA97334E90B}" dt="2026-06-10T05:43:41.243" v="148" actId="47"/>
        <pc:sldMkLst>
          <pc:docMk/>
          <pc:sldMk cId="1291365937" sldId="2250"/>
        </pc:sldMkLst>
      </pc:sldChg>
      <pc:sldChg chg="del">
        <pc:chgData name="기섭 이" userId="1ad65406ccf8894f" providerId="LiveId" clId="{71451178-ABF1-4B9A-A00C-BBA97334E90B}" dt="2026-06-10T05:43:41.214" v="147" actId="47"/>
        <pc:sldMkLst>
          <pc:docMk/>
          <pc:sldMk cId="2051035654" sldId="2251"/>
        </pc:sldMkLst>
      </pc:sldChg>
      <pc:sldChg chg="del">
        <pc:chgData name="기섭 이" userId="1ad65406ccf8894f" providerId="LiveId" clId="{71451178-ABF1-4B9A-A00C-BBA97334E90B}" dt="2026-06-10T05:43:41.062" v="143" actId="47"/>
        <pc:sldMkLst>
          <pc:docMk/>
          <pc:sldMk cId="2197311997" sldId="2259"/>
        </pc:sldMkLst>
      </pc:sldChg>
      <pc:sldChg chg="del">
        <pc:chgData name="기섭 이" userId="1ad65406ccf8894f" providerId="LiveId" clId="{71451178-ABF1-4B9A-A00C-BBA97334E90B}" dt="2026-06-10T05:43:41.174" v="146" actId="47"/>
        <pc:sldMkLst>
          <pc:docMk/>
          <pc:sldMk cId="1571990310" sldId="2260"/>
        </pc:sldMkLst>
      </pc:sldChg>
      <pc:sldChg chg="del">
        <pc:chgData name="기섭 이" userId="1ad65406ccf8894f" providerId="LiveId" clId="{71451178-ABF1-4B9A-A00C-BBA97334E90B}" dt="2026-06-10T05:43:41.099" v="144" actId="47"/>
        <pc:sldMkLst>
          <pc:docMk/>
          <pc:sldMk cId="644708637" sldId="2261"/>
        </pc:sldMkLst>
      </pc:sldChg>
      <pc:sldChg chg="del">
        <pc:chgData name="기섭 이" userId="1ad65406ccf8894f" providerId="LiveId" clId="{71451178-ABF1-4B9A-A00C-BBA97334E90B}" dt="2026-06-10T05:43:41.128" v="145" actId="47"/>
        <pc:sldMkLst>
          <pc:docMk/>
          <pc:sldMk cId="2085649903" sldId="2262"/>
        </pc:sldMkLst>
      </pc:sldChg>
      <pc:sldChg chg="del">
        <pc:chgData name="기섭 이" userId="1ad65406ccf8894f" providerId="LiveId" clId="{71451178-ABF1-4B9A-A00C-BBA97334E90B}" dt="2026-06-10T05:43:40.997" v="142" actId="47"/>
        <pc:sldMkLst>
          <pc:docMk/>
          <pc:sldMk cId="3602788607" sldId="2268"/>
        </pc:sldMkLst>
      </pc:sldChg>
      <pc:sldChg chg="del">
        <pc:chgData name="기섭 이" userId="1ad65406ccf8894f" providerId="LiveId" clId="{71451178-ABF1-4B9A-A00C-BBA97334E90B}" dt="2026-06-10T05:43:40.498" v="141" actId="47"/>
        <pc:sldMkLst>
          <pc:docMk/>
          <pc:sldMk cId="721439521" sldId="2269"/>
        </pc:sldMkLst>
      </pc:sldChg>
      <pc:sldChg chg="del">
        <pc:chgData name="기섭 이" userId="1ad65406ccf8894f" providerId="LiveId" clId="{71451178-ABF1-4B9A-A00C-BBA97334E90B}" dt="2026-06-10T05:43:40.254" v="140" actId="47"/>
        <pc:sldMkLst>
          <pc:docMk/>
          <pc:sldMk cId="2739267871" sldId="2270"/>
        </pc:sldMkLst>
      </pc:sldChg>
      <pc:sldChg chg="del">
        <pc:chgData name="기섭 이" userId="1ad65406ccf8894f" providerId="LiveId" clId="{71451178-ABF1-4B9A-A00C-BBA97334E90B}" dt="2026-06-10T05:43:40.196" v="139" actId="47"/>
        <pc:sldMkLst>
          <pc:docMk/>
          <pc:sldMk cId="3661909127" sldId="2273"/>
        </pc:sldMkLst>
      </pc:sldChg>
      <pc:sldChg chg="del">
        <pc:chgData name="기섭 이" userId="1ad65406ccf8894f" providerId="LiveId" clId="{71451178-ABF1-4B9A-A00C-BBA97334E90B}" dt="2026-06-10T05:43:45.260" v="198" actId="47"/>
        <pc:sldMkLst>
          <pc:docMk/>
          <pc:sldMk cId="2461693899" sldId="2274"/>
        </pc:sldMkLst>
      </pc:sldChg>
      <pc:sldChg chg="del">
        <pc:chgData name="기섭 이" userId="1ad65406ccf8894f" providerId="LiveId" clId="{71451178-ABF1-4B9A-A00C-BBA97334E90B}" dt="2026-06-10T05:43:45.014" v="191" actId="47"/>
        <pc:sldMkLst>
          <pc:docMk/>
          <pc:sldMk cId="2475996422" sldId="2276"/>
        </pc:sldMkLst>
      </pc:sldChg>
      <pc:sldChg chg="del">
        <pc:chgData name="기섭 이" userId="1ad65406ccf8894f" providerId="LiveId" clId="{71451178-ABF1-4B9A-A00C-BBA97334E90B}" dt="2026-06-10T05:43:40.181" v="138" actId="47"/>
        <pc:sldMkLst>
          <pc:docMk/>
          <pc:sldMk cId="793124731" sldId="2277"/>
        </pc:sldMkLst>
      </pc:sldChg>
      <pc:sldChg chg="del">
        <pc:chgData name="기섭 이" userId="1ad65406ccf8894f" providerId="LiveId" clId="{71451178-ABF1-4B9A-A00C-BBA97334E90B}" dt="2026-06-10T05:43:40.162" v="137" actId="47"/>
        <pc:sldMkLst>
          <pc:docMk/>
          <pc:sldMk cId="2556766126" sldId="2278"/>
        </pc:sldMkLst>
      </pc:sldChg>
      <pc:sldChg chg="del">
        <pc:chgData name="기섭 이" userId="1ad65406ccf8894f" providerId="LiveId" clId="{71451178-ABF1-4B9A-A00C-BBA97334E90B}" dt="2026-06-10T05:43:40.082" v="135" actId="47"/>
        <pc:sldMkLst>
          <pc:docMk/>
          <pc:sldMk cId="2834274515" sldId="2282"/>
        </pc:sldMkLst>
      </pc:sldChg>
      <pc:sldChg chg="del">
        <pc:chgData name="기섭 이" userId="1ad65406ccf8894f" providerId="LiveId" clId="{71451178-ABF1-4B9A-A00C-BBA97334E90B}" dt="2026-06-10T05:43:40.108" v="136" actId="47"/>
        <pc:sldMkLst>
          <pc:docMk/>
          <pc:sldMk cId="298418045" sldId="2283"/>
        </pc:sldMkLst>
      </pc:sldChg>
      <pc:sldChg chg="del">
        <pc:chgData name="기섭 이" userId="1ad65406ccf8894f" providerId="LiveId" clId="{71451178-ABF1-4B9A-A00C-BBA97334E90B}" dt="2026-06-10T05:43:40.015" v="133" actId="47"/>
        <pc:sldMkLst>
          <pc:docMk/>
          <pc:sldMk cId="2347307823" sldId="2284"/>
        </pc:sldMkLst>
      </pc:sldChg>
      <pc:sldChg chg="del">
        <pc:chgData name="기섭 이" userId="1ad65406ccf8894f" providerId="LiveId" clId="{71451178-ABF1-4B9A-A00C-BBA97334E90B}" dt="2026-06-10T05:43:40.059" v="134" actId="47"/>
        <pc:sldMkLst>
          <pc:docMk/>
          <pc:sldMk cId="4014738687" sldId="2285"/>
        </pc:sldMkLst>
      </pc:sldChg>
      <pc:sldChg chg="del">
        <pc:chgData name="기섭 이" userId="1ad65406ccf8894f" providerId="LiveId" clId="{71451178-ABF1-4B9A-A00C-BBA97334E90B}" dt="2026-06-10T05:43:39.957" v="131" actId="47"/>
        <pc:sldMkLst>
          <pc:docMk/>
          <pc:sldMk cId="4037173193" sldId="2286"/>
        </pc:sldMkLst>
      </pc:sldChg>
      <pc:sldChg chg="del">
        <pc:chgData name="기섭 이" userId="1ad65406ccf8894f" providerId="LiveId" clId="{71451178-ABF1-4B9A-A00C-BBA97334E90B}" dt="2026-06-10T05:43:39.973" v="132" actId="47"/>
        <pc:sldMkLst>
          <pc:docMk/>
          <pc:sldMk cId="3075524169" sldId="2287"/>
        </pc:sldMkLst>
      </pc:sldChg>
      <pc:sldChg chg="del">
        <pc:chgData name="기섭 이" userId="1ad65406ccf8894f" providerId="LiveId" clId="{71451178-ABF1-4B9A-A00C-BBA97334E90B}" dt="2026-06-10T05:43:39.926" v="130" actId="47"/>
        <pc:sldMkLst>
          <pc:docMk/>
          <pc:sldMk cId="471539341" sldId="2288"/>
        </pc:sldMkLst>
      </pc:sldChg>
      <pc:sldChg chg="del">
        <pc:chgData name="기섭 이" userId="1ad65406ccf8894f" providerId="LiveId" clId="{71451178-ABF1-4B9A-A00C-BBA97334E90B}" dt="2026-06-10T05:43:39.135" v="126" actId="47"/>
        <pc:sldMkLst>
          <pc:docMk/>
          <pc:sldMk cId="3827179108" sldId="2289"/>
        </pc:sldMkLst>
      </pc:sldChg>
      <pc:sldChg chg="del">
        <pc:chgData name="기섭 이" userId="1ad65406ccf8894f" providerId="LiveId" clId="{71451178-ABF1-4B9A-A00C-BBA97334E90B}" dt="2026-06-10T05:43:39.879" v="129" actId="47"/>
        <pc:sldMkLst>
          <pc:docMk/>
          <pc:sldMk cId="1790353715" sldId="2290"/>
        </pc:sldMkLst>
      </pc:sldChg>
      <pc:sldChg chg="del">
        <pc:chgData name="기섭 이" userId="1ad65406ccf8894f" providerId="LiveId" clId="{71451178-ABF1-4B9A-A00C-BBA97334E90B}" dt="2026-06-10T05:43:39.837" v="128" actId="47"/>
        <pc:sldMkLst>
          <pc:docMk/>
          <pc:sldMk cId="2539205216" sldId="2291"/>
        </pc:sldMkLst>
      </pc:sldChg>
      <pc:sldChg chg="del">
        <pc:chgData name="기섭 이" userId="1ad65406ccf8894f" providerId="LiveId" clId="{71451178-ABF1-4B9A-A00C-BBA97334E90B}" dt="2026-06-10T05:43:39.328" v="127" actId="47"/>
        <pc:sldMkLst>
          <pc:docMk/>
          <pc:sldMk cId="2768463888" sldId="2292"/>
        </pc:sldMkLst>
      </pc:sldChg>
      <pc:sldChg chg="del">
        <pc:chgData name="기섭 이" userId="1ad65406ccf8894f" providerId="LiveId" clId="{71451178-ABF1-4B9A-A00C-BBA97334E90B}" dt="2026-06-10T05:43:38.899" v="125" actId="47"/>
        <pc:sldMkLst>
          <pc:docMk/>
          <pc:sldMk cId="4160479544" sldId="2293"/>
        </pc:sldMkLst>
      </pc:sldChg>
      <pc:sldChg chg="del">
        <pc:chgData name="기섭 이" userId="1ad65406ccf8894f" providerId="LiveId" clId="{71451178-ABF1-4B9A-A00C-BBA97334E90B}" dt="2026-06-10T05:43:38.704" v="124" actId="47"/>
        <pc:sldMkLst>
          <pc:docMk/>
          <pc:sldMk cId="872756395" sldId="2294"/>
        </pc:sldMkLst>
      </pc:sldChg>
      <pc:sldChg chg="del">
        <pc:chgData name="기섭 이" userId="1ad65406ccf8894f" providerId="LiveId" clId="{71451178-ABF1-4B9A-A00C-BBA97334E90B}" dt="2026-06-10T05:43:38.452" v="123" actId="47"/>
        <pc:sldMkLst>
          <pc:docMk/>
          <pc:sldMk cId="1050686243" sldId="2295"/>
        </pc:sldMkLst>
      </pc:sldChg>
      <pc:sldChg chg="del">
        <pc:chgData name="기섭 이" userId="1ad65406ccf8894f" providerId="LiveId" clId="{71451178-ABF1-4B9A-A00C-BBA97334E90B}" dt="2026-06-10T05:43:38.406" v="122" actId="47"/>
        <pc:sldMkLst>
          <pc:docMk/>
          <pc:sldMk cId="2933361279" sldId="2296"/>
        </pc:sldMkLst>
      </pc:sldChg>
      <pc:sldChg chg="del">
        <pc:chgData name="기섭 이" userId="1ad65406ccf8894f" providerId="LiveId" clId="{71451178-ABF1-4B9A-A00C-BBA97334E90B}" dt="2026-06-10T05:43:38.391" v="121" actId="47"/>
        <pc:sldMkLst>
          <pc:docMk/>
          <pc:sldMk cId="2474042641" sldId="2297"/>
        </pc:sldMkLst>
      </pc:sldChg>
      <pc:sldChg chg="del">
        <pc:chgData name="기섭 이" userId="1ad65406ccf8894f" providerId="LiveId" clId="{71451178-ABF1-4B9A-A00C-BBA97334E90B}" dt="2026-06-10T05:43:38.347" v="120" actId="47"/>
        <pc:sldMkLst>
          <pc:docMk/>
          <pc:sldMk cId="4152696788" sldId="2298"/>
        </pc:sldMkLst>
      </pc:sldChg>
      <pc:sldChg chg="del">
        <pc:chgData name="기섭 이" userId="1ad65406ccf8894f" providerId="LiveId" clId="{71451178-ABF1-4B9A-A00C-BBA97334E90B}" dt="2026-06-10T05:43:38.328" v="119" actId="47"/>
        <pc:sldMkLst>
          <pc:docMk/>
          <pc:sldMk cId="821260090" sldId="2299"/>
        </pc:sldMkLst>
      </pc:sldChg>
      <pc:sldChg chg="del">
        <pc:chgData name="기섭 이" userId="1ad65406ccf8894f" providerId="LiveId" clId="{71451178-ABF1-4B9A-A00C-BBA97334E90B}" dt="2026-06-10T05:43:38.298" v="118" actId="47"/>
        <pc:sldMkLst>
          <pc:docMk/>
          <pc:sldMk cId="585331924" sldId="2302"/>
        </pc:sldMkLst>
      </pc:sldChg>
      <pc:sldChg chg="del">
        <pc:chgData name="기섭 이" userId="1ad65406ccf8894f" providerId="LiveId" clId="{71451178-ABF1-4B9A-A00C-BBA97334E90B}" dt="2026-06-10T05:43:38.250" v="117" actId="47"/>
        <pc:sldMkLst>
          <pc:docMk/>
          <pc:sldMk cId="1179083795" sldId="2303"/>
        </pc:sldMkLst>
      </pc:sldChg>
      <pc:sldChg chg="del">
        <pc:chgData name="기섭 이" userId="1ad65406ccf8894f" providerId="LiveId" clId="{71451178-ABF1-4B9A-A00C-BBA97334E90B}" dt="2026-06-10T05:43:38.218" v="116" actId="47"/>
        <pc:sldMkLst>
          <pc:docMk/>
          <pc:sldMk cId="3623186321" sldId="2304"/>
        </pc:sldMkLst>
      </pc:sldChg>
      <pc:sldChg chg="del">
        <pc:chgData name="기섭 이" userId="1ad65406ccf8894f" providerId="LiveId" clId="{71451178-ABF1-4B9A-A00C-BBA97334E90B}" dt="2026-06-10T05:43:38.147" v="114" actId="47"/>
        <pc:sldMkLst>
          <pc:docMk/>
          <pc:sldMk cId="2716246037" sldId="2305"/>
        </pc:sldMkLst>
      </pc:sldChg>
      <pc:sldChg chg="del">
        <pc:chgData name="기섭 이" userId="1ad65406ccf8894f" providerId="LiveId" clId="{71451178-ABF1-4B9A-A00C-BBA97334E90B}" dt="2026-06-10T05:43:38.179" v="115" actId="47"/>
        <pc:sldMkLst>
          <pc:docMk/>
          <pc:sldMk cId="3373524769" sldId="2306"/>
        </pc:sldMkLst>
      </pc:sldChg>
      <pc:sldChg chg="del">
        <pc:chgData name="기섭 이" userId="1ad65406ccf8894f" providerId="LiveId" clId="{71451178-ABF1-4B9A-A00C-BBA97334E90B}" dt="2026-06-10T05:43:38.126" v="113" actId="47"/>
        <pc:sldMkLst>
          <pc:docMk/>
          <pc:sldMk cId="207767760" sldId="2308"/>
        </pc:sldMkLst>
      </pc:sldChg>
      <pc:sldChg chg="del">
        <pc:chgData name="기섭 이" userId="1ad65406ccf8894f" providerId="LiveId" clId="{71451178-ABF1-4B9A-A00C-BBA97334E90B}" dt="2026-06-10T05:43:38.081" v="112" actId="47"/>
        <pc:sldMkLst>
          <pc:docMk/>
          <pc:sldMk cId="4102501503" sldId="2309"/>
        </pc:sldMkLst>
      </pc:sldChg>
      <pc:sldChg chg="del">
        <pc:chgData name="기섭 이" userId="1ad65406ccf8894f" providerId="LiveId" clId="{71451178-ABF1-4B9A-A00C-BBA97334E90B}" dt="2026-06-10T05:43:38.063" v="111" actId="47"/>
        <pc:sldMkLst>
          <pc:docMk/>
          <pc:sldMk cId="3261659177" sldId="2310"/>
        </pc:sldMkLst>
      </pc:sldChg>
      <pc:sldChg chg="del">
        <pc:chgData name="기섭 이" userId="1ad65406ccf8894f" providerId="LiveId" clId="{71451178-ABF1-4B9A-A00C-BBA97334E90B}" dt="2026-06-10T05:43:37.582" v="110" actId="47"/>
        <pc:sldMkLst>
          <pc:docMk/>
          <pc:sldMk cId="2163264557" sldId="2311"/>
        </pc:sldMkLst>
      </pc:sldChg>
      <pc:sldChg chg="del">
        <pc:chgData name="기섭 이" userId="1ad65406ccf8894f" providerId="LiveId" clId="{71451178-ABF1-4B9A-A00C-BBA97334E90B}" dt="2026-06-10T05:43:37.266" v="109" actId="47"/>
        <pc:sldMkLst>
          <pc:docMk/>
          <pc:sldMk cId="174232651" sldId="2312"/>
        </pc:sldMkLst>
      </pc:sldChg>
      <pc:sldChg chg="del">
        <pc:chgData name="기섭 이" userId="1ad65406ccf8894f" providerId="LiveId" clId="{71451178-ABF1-4B9A-A00C-BBA97334E90B}" dt="2026-06-10T05:43:36.964" v="107" actId="47"/>
        <pc:sldMkLst>
          <pc:docMk/>
          <pc:sldMk cId="2143536366" sldId="2313"/>
        </pc:sldMkLst>
      </pc:sldChg>
      <pc:sldChg chg="del">
        <pc:chgData name="기섭 이" userId="1ad65406ccf8894f" providerId="LiveId" clId="{71451178-ABF1-4B9A-A00C-BBA97334E90B}" dt="2026-06-10T05:43:37.001" v="108" actId="47"/>
        <pc:sldMkLst>
          <pc:docMk/>
          <pc:sldMk cId="858768914" sldId="2314"/>
        </pc:sldMkLst>
      </pc:sldChg>
      <pc:sldChg chg="del">
        <pc:chgData name="기섭 이" userId="1ad65406ccf8894f" providerId="LiveId" clId="{71451178-ABF1-4B9A-A00C-BBA97334E90B}" dt="2026-06-10T05:43:36.865" v="106" actId="47"/>
        <pc:sldMkLst>
          <pc:docMk/>
          <pc:sldMk cId="2933609682" sldId="2315"/>
        </pc:sldMkLst>
      </pc:sldChg>
      <pc:sldChg chg="del">
        <pc:chgData name="기섭 이" userId="1ad65406ccf8894f" providerId="LiveId" clId="{71451178-ABF1-4B9A-A00C-BBA97334E90B}" dt="2026-06-10T05:43:36.840" v="105" actId="47"/>
        <pc:sldMkLst>
          <pc:docMk/>
          <pc:sldMk cId="1185446156" sldId="2316"/>
        </pc:sldMkLst>
      </pc:sldChg>
      <pc:sldChg chg="del">
        <pc:chgData name="기섭 이" userId="1ad65406ccf8894f" providerId="LiveId" clId="{71451178-ABF1-4B9A-A00C-BBA97334E90B}" dt="2026-06-10T05:43:36.738" v="102" actId="47"/>
        <pc:sldMkLst>
          <pc:docMk/>
          <pc:sldMk cId="719365399" sldId="2317"/>
        </pc:sldMkLst>
      </pc:sldChg>
      <pc:sldChg chg="del">
        <pc:chgData name="기섭 이" userId="1ad65406ccf8894f" providerId="LiveId" clId="{71451178-ABF1-4B9A-A00C-BBA97334E90B}" dt="2026-06-10T05:43:36.764" v="103" actId="47"/>
        <pc:sldMkLst>
          <pc:docMk/>
          <pc:sldMk cId="2813157502" sldId="2318"/>
        </pc:sldMkLst>
      </pc:sldChg>
      <pc:sldChg chg="del">
        <pc:chgData name="기섭 이" userId="1ad65406ccf8894f" providerId="LiveId" clId="{71451178-ABF1-4B9A-A00C-BBA97334E90B}" dt="2026-06-10T05:43:36.799" v="104" actId="47"/>
        <pc:sldMkLst>
          <pc:docMk/>
          <pc:sldMk cId="887651595" sldId="2319"/>
        </pc:sldMkLst>
      </pc:sldChg>
      <pc:sldChg chg="del">
        <pc:chgData name="기섭 이" userId="1ad65406ccf8894f" providerId="LiveId" clId="{71451178-ABF1-4B9A-A00C-BBA97334E90B}" dt="2026-06-10T05:43:36.667" v="100" actId="47"/>
        <pc:sldMkLst>
          <pc:docMk/>
          <pc:sldMk cId="1268835299" sldId="2320"/>
        </pc:sldMkLst>
      </pc:sldChg>
      <pc:sldChg chg="del">
        <pc:chgData name="기섭 이" userId="1ad65406ccf8894f" providerId="LiveId" clId="{71451178-ABF1-4B9A-A00C-BBA97334E90B}" dt="2026-06-10T05:43:36.701" v="101" actId="47"/>
        <pc:sldMkLst>
          <pc:docMk/>
          <pc:sldMk cId="2852926297" sldId="2321"/>
        </pc:sldMkLst>
      </pc:sldChg>
      <pc:sldChg chg="del">
        <pc:chgData name="기섭 이" userId="1ad65406ccf8894f" providerId="LiveId" clId="{71451178-ABF1-4B9A-A00C-BBA97334E90B}" dt="2026-06-10T05:43:36.655" v="99" actId="47"/>
        <pc:sldMkLst>
          <pc:docMk/>
          <pc:sldMk cId="1177678205" sldId="2322"/>
        </pc:sldMkLst>
      </pc:sldChg>
      <pc:sldChg chg="del">
        <pc:chgData name="기섭 이" userId="1ad65406ccf8894f" providerId="LiveId" clId="{71451178-ABF1-4B9A-A00C-BBA97334E90B}" dt="2026-06-10T05:43:36.621" v="98" actId="47"/>
        <pc:sldMkLst>
          <pc:docMk/>
          <pc:sldMk cId="1237949947" sldId="2323"/>
        </pc:sldMkLst>
      </pc:sldChg>
      <pc:sldChg chg="del">
        <pc:chgData name="기섭 이" userId="1ad65406ccf8894f" providerId="LiveId" clId="{71451178-ABF1-4B9A-A00C-BBA97334E90B}" dt="2026-06-10T05:43:36.555" v="97" actId="47"/>
        <pc:sldMkLst>
          <pc:docMk/>
          <pc:sldMk cId="963336791" sldId="2324"/>
        </pc:sldMkLst>
      </pc:sldChg>
      <pc:sldChg chg="del">
        <pc:chgData name="기섭 이" userId="1ad65406ccf8894f" providerId="LiveId" clId="{71451178-ABF1-4B9A-A00C-BBA97334E90B}" dt="2026-06-10T05:43:36.537" v="96" actId="47"/>
        <pc:sldMkLst>
          <pc:docMk/>
          <pc:sldMk cId="1405832197" sldId="2325"/>
        </pc:sldMkLst>
      </pc:sldChg>
      <pc:sldChg chg="del">
        <pc:chgData name="기섭 이" userId="1ad65406ccf8894f" providerId="LiveId" clId="{71451178-ABF1-4B9A-A00C-BBA97334E90B}" dt="2026-06-10T05:43:36.520" v="95" actId="47"/>
        <pc:sldMkLst>
          <pc:docMk/>
          <pc:sldMk cId="1035768790" sldId="2326"/>
        </pc:sldMkLst>
      </pc:sldChg>
      <pc:sldChg chg="del">
        <pc:chgData name="기섭 이" userId="1ad65406ccf8894f" providerId="LiveId" clId="{71451178-ABF1-4B9A-A00C-BBA97334E90B}" dt="2026-06-10T05:43:36.438" v="93" actId="47"/>
        <pc:sldMkLst>
          <pc:docMk/>
          <pc:sldMk cId="2045043238" sldId="2327"/>
        </pc:sldMkLst>
      </pc:sldChg>
      <pc:sldChg chg="del">
        <pc:chgData name="기섭 이" userId="1ad65406ccf8894f" providerId="LiveId" clId="{71451178-ABF1-4B9A-A00C-BBA97334E90B}" dt="2026-06-10T05:43:36.482" v="94" actId="47"/>
        <pc:sldMkLst>
          <pc:docMk/>
          <pc:sldMk cId="2252289851" sldId="2328"/>
        </pc:sldMkLst>
      </pc:sldChg>
      <pc:sldChg chg="add del">
        <pc:chgData name="기섭 이" userId="1ad65406ccf8894f" providerId="LiveId" clId="{71451178-ABF1-4B9A-A00C-BBA97334E90B}" dt="2026-06-10T05:43:36.411" v="91" actId="47"/>
        <pc:sldMkLst>
          <pc:docMk/>
          <pc:sldMk cId="3895929788" sldId="2329"/>
        </pc:sldMkLst>
      </pc:sldChg>
      <pc:sldChg chg="add del">
        <pc:chgData name="기섭 이" userId="1ad65406ccf8894f" providerId="LiveId" clId="{71451178-ABF1-4B9A-A00C-BBA97334E90B}" dt="2026-06-10T05:43:36.425" v="92" actId="47"/>
        <pc:sldMkLst>
          <pc:docMk/>
          <pc:sldMk cId="2740151295" sldId="2330"/>
        </pc:sldMkLst>
      </pc:sldChg>
      <pc:sldChg chg="add del">
        <pc:chgData name="기섭 이" userId="1ad65406ccf8894f" providerId="LiveId" clId="{71451178-ABF1-4B9A-A00C-BBA97334E90B}" dt="2026-06-10T05:43:36.360" v="90" actId="47"/>
        <pc:sldMkLst>
          <pc:docMk/>
          <pc:sldMk cId="4100910497" sldId="2331"/>
        </pc:sldMkLst>
      </pc:sldChg>
      <pc:sldChg chg="add del">
        <pc:chgData name="기섭 이" userId="1ad65406ccf8894f" providerId="LiveId" clId="{71451178-ABF1-4B9A-A00C-BBA97334E90B}" dt="2026-06-10T05:43:36.319" v="89" actId="47"/>
        <pc:sldMkLst>
          <pc:docMk/>
          <pc:sldMk cId="804868338" sldId="2332"/>
        </pc:sldMkLst>
      </pc:sldChg>
      <pc:sldChg chg="add del">
        <pc:chgData name="기섭 이" userId="1ad65406ccf8894f" providerId="LiveId" clId="{71451178-ABF1-4B9A-A00C-BBA97334E90B}" dt="2026-06-10T05:43:36.280" v="88" actId="47"/>
        <pc:sldMkLst>
          <pc:docMk/>
          <pc:sldMk cId="1011023712" sldId="2333"/>
        </pc:sldMkLst>
      </pc:sldChg>
      <pc:sldChg chg="add del">
        <pc:chgData name="기섭 이" userId="1ad65406ccf8894f" providerId="LiveId" clId="{71451178-ABF1-4B9A-A00C-BBA97334E90B}" dt="2026-06-10T05:43:36.252" v="86" actId="47"/>
        <pc:sldMkLst>
          <pc:docMk/>
          <pc:sldMk cId="1540790351" sldId="2334"/>
        </pc:sldMkLst>
      </pc:sldChg>
      <pc:sldChg chg="add del">
        <pc:chgData name="기섭 이" userId="1ad65406ccf8894f" providerId="LiveId" clId="{71451178-ABF1-4B9A-A00C-BBA97334E90B}" dt="2026-06-10T05:43:36.208" v="85" actId="47"/>
        <pc:sldMkLst>
          <pc:docMk/>
          <pc:sldMk cId="3969512403" sldId="2335"/>
        </pc:sldMkLst>
      </pc:sldChg>
      <pc:sldChg chg="add del">
        <pc:chgData name="기섭 이" userId="1ad65406ccf8894f" providerId="LiveId" clId="{71451178-ABF1-4B9A-A00C-BBA97334E90B}" dt="2026-06-10T05:43:36.269" v="87" actId="47"/>
        <pc:sldMkLst>
          <pc:docMk/>
          <pc:sldMk cId="338623383" sldId="2336"/>
        </pc:sldMkLst>
      </pc:sldChg>
      <pc:sldChg chg="add del">
        <pc:chgData name="기섭 이" userId="1ad65406ccf8894f" providerId="LiveId" clId="{71451178-ABF1-4B9A-A00C-BBA97334E90B}" dt="2026-06-10T05:43:36.153" v="84" actId="47"/>
        <pc:sldMkLst>
          <pc:docMk/>
          <pc:sldMk cId="604221353" sldId="2337"/>
        </pc:sldMkLst>
      </pc:sldChg>
      <pc:sldChg chg="add del">
        <pc:chgData name="기섭 이" userId="1ad65406ccf8894f" providerId="LiveId" clId="{71451178-ABF1-4B9A-A00C-BBA97334E90B}" dt="2026-06-10T05:43:36.140" v="83" actId="47"/>
        <pc:sldMkLst>
          <pc:docMk/>
          <pc:sldMk cId="917036952" sldId="2338"/>
        </pc:sldMkLst>
      </pc:sldChg>
      <pc:sldChg chg="add del">
        <pc:chgData name="기섭 이" userId="1ad65406ccf8894f" providerId="LiveId" clId="{71451178-ABF1-4B9A-A00C-BBA97334E90B}" dt="2026-06-10T05:43:35.971" v="79" actId="47"/>
        <pc:sldMkLst>
          <pc:docMk/>
          <pc:sldMk cId="3121656564" sldId="2339"/>
        </pc:sldMkLst>
      </pc:sldChg>
      <pc:sldChg chg="add del">
        <pc:chgData name="기섭 이" userId="1ad65406ccf8894f" providerId="LiveId" clId="{71451178-ABF1-4B9A-A00C-BBA97334E90B}" dt="2026-06-10T05:43:36.020" v="80" actId="47"/>
        <pc:sldMkLst>
          <pc:docMk/>
          <pc:sldMk cId="2613653591" sldId="2340"/>
        </pc:sldMkLst>
      </pc:sldChg>
      <pc:sldChg chg="add del">
        <pc:chgData name="기섭 이" userId="1ad65406ccf8894f" providerId="LiveId" clId="{71451178-ABF1-4B9A-A00C-BBA97334E90B}" dt="2026-06-10T05:43:36.060" v="81" actId="47"/>
        <pc:sldMkLst>
          <pc:docMk/>
          <pc:sldMk cId="279921888" sldId="2341"/>
        </pc:sldMkLst>
      </pc:sldChg>
      <pc:sldChg chg="add del">
        <pc:chgData name="기섭 이" userId="1ad65406ccf8894f" providerId="LiveId" clId="{71451178-ABF1-4B9A-A00C-BBA97334E90B}" dt="2026-06-10T05:43:36.096" v="82" actId="47"/>
        <pc:sldMkLst>
          <pc:docMk/>
          <pc:sldMk cId="557044147" sldId="2342"/>
        </pc:sldMkLst>
      </pc:sldChg>
      <pc:sldChg chg="add del">
        <pc:chgData name="기섭 이" userId="1ad65406ccf8894f" providerId="LiveId" clId="{71451178-ABF1-4B9A-A00C-BBA97334E90B}" dt="2026-06-10T05:43:35.874" v="76" actId="47"/>
        <pc:sldMkLst>
          <pc:docMk/>
          <pc:sldMk cId="3622224585" sldId="2343"/>
        </pc:sldMkLst>
      </pc:sldChg>
      <pc:sldChg chg="add del">
        <pc:chgData name="기섭 이" userId="1ad65406ccf8894f" providerId="LiveId" clId="{71451178-ABF1-4B9A-A00C-BBA97334E90B}" dt="2026-06-10T05:43:35.945" v="78" actId="47"/>
        <pc:sldMkLst>
          <pc:docMk/>
          <pc:sldMk cId="3510479566" sldId="2344"/>
        </pc:sldMkLst>
      </pc:sldChg>
      <pc:sldChg chg="add del">
        <pc:chgData name="기섭 이" userId="1ad65406ccf8894f" providerId="LiveId" clId="{71451178-ABF1-4B9A-A00C-BBA97334E90B}" dt="2026-06-10T05:43:35.911" v="77" actId="47"/>
        <pc:sldMkLst>
          <pc:docMk/>
          <pc:sldMk cId="3563293137" sldId="2345"/>
        </pc:sldMkLst>
      </pc:sldChg>
      <pc:sldChg chg="add del">
        <pc:chgData name="기섭 이" userId="1ad65406ccf8894f" providerId="LiveId" clId="{71451178-ABF1-4B9A-A00C-BBA97334E90B}" dt="2026-06-10T05:43:35.328" v="74" actId="47"/>
        <pc:sldMkLst>
          <pc:docMk/>
          <pc:sldMk cId="117948616" sldId="2346"/>
        </pc:sldMkLst>
      </pc:sldChg>
      <pc:sldChg chg="del">
        <pc:chgData name="기섭 이" userId="1ad65406ccf8894f" providerId="LiveId" clId="{71451178-ABF1-4B9A-A00C-BBA97334E90B}" dt="2026-06-10T05:43:23.207" v="29" actId="47"/>
        <pc:sldMkLst>
          <pc:docMk/>
          <pc:sldMk cId="2053541823" sldId="2347"/>
        </pc:sldMkLst>
      </pc:sldChg>
      <pc:sldChg chg="del">
        <pc:chgData name="기섭 이" userId="1ad65406ccf8894f" providerId="LiveId" clId="{71451178-ABF1-4B9A-A00C-BBA97334E90B}" dt="2026-06-10T05:43:23.235" v="30" actId="47"/>
        <pc:sldMkLst>
          <pc:docMk/>
          <pc:sldMk cId="4255430605" sldId="2348"/>
        </pc:sldMkLst>
      </pc:sldChg>
      <pc:sldChg chg="del">
        <pc:chgData name="기섭 이" userId="1ad65406ccf8894f" providerId="LiveId" clId="{71451178-ABF1-4B9A-A00C-BBA97334E90B}" dt="2026-06-10T05:43:23.265" v="31" actId="47"/>
        <pc:sldMkLst>
          <pc:docMk/>
          <pc:sldMk cId="1148056840" sldId="2349"/>
        </pc:sldMkLst>
      </pc:sldChg>
      <pc:sldChg chg="del">
        <pc:chgData name="기섭 이" userId="1ad65406ccf8894f" providerId="LiveId" clId="{71451178-ABF1-4B9A-A00C-BBA97334E90B}" dt="2026-06-10T05:43:23.298" v="32" actId="47"/>
        <pc:sldMkLst>
          <pc:docMk/>
          <pc:sldMk cId="419296033" sldId="2350"/>
        </pc:sldMkLst>
      </pc:sldChg>
      <pc:sldChg chg="add del">
        <pc:chgData name="기섭 이" userId="1ad65406ccf8894f" providerId="LiveId" clId="{71451178-ABF1-4B9A-A00C-BBA97334E90B}" dt="2026-06-10T05:43:34.845" v="73" actId="47"/>
        <pc:sldMkLst>
          <pc:docMk/>
          <pc:sldMk cId="4033381532" sldId="2351"/>
        </pc:sldMkLst>
      </pc:sldChg>
      <pc:sldChg chg="del">
        <pc:chgData name="기섭 이" userId="1ad65406ccf8894f" providerId="LiveId" clId="{71451178-ABF1-4B9A-A00C-BBA97334E90B}" dt="2026-06-10T05:43:23.166" v="28" actId="47"/>
        <pc:sldMkLst>
          <pc:docMk/>
          <pc:sldMk cId="3634252041" sldId="2352"/>
        </pc:sldMkLst>
      </pc:sldChg>
      <pc:sldChg chg="del">
        <pc:chgData name="기섭 이" userId="1ad65406ccf8894f" providerId="LiveId" clId="{71451178-ABF1-4B9A-A00C-BBA97334E90B}" dt="2026-06-10T05:43:23.151" v="27" actId="47"/>
        <pc:sldMkLst>
          <pc:docMk/>
          <pc:sldMk cId="2557599171" sldId="2353"/>
        </pc:sldMkLst>
      </pc:sldChg>
      <pc:sldChg chg="add del">
        <pc:chgData name="기섭 이" userId="1ad65406ccf8894f" providerId="LiveId" clId="{71451178-ABF1-4B9A-A00C-BBA97334E90B}" dt="2026-06-10T05:43:35.855" v="75" actId="47"/>
        <pc:sldMkLst>
          <pc:docMk/>
          <pc:sldMk cId="766401181" sldId="2354"/>
        </pc:sldMkLst>
      </pc:sldChg>
      <pc:sldChg chg="del">
        <pc:chgData name="기섭 이" userId="1ad65406ccf8894f" providerId="LiveId" clId="{71451178-ABF1-4B9A-A00C-BBA97334E90B}" dt="2026-06-10T05:43:23.102" v="26" actId="47"/>
        <pc:sldMkLst>
          <pc:docMk/>
          <pc:sldMk cId="1579701591" sldId="2355"/>
        </pc:sldMkLst>
      </pc:sldChg>
      <pc:sldChg chg="del">
        <pc:chgData name="기섭 이" userId="1ad65406ccf8894f" providerId="LiveId" clId="{71451178-ABF1-4B9A-A00C-BBA97334E90B}" dt="2026-06-10T05:43:23.090" v="25" actId="47"/>
        <pc:sldMkLst>
          <pc:docMk/>
          <pc:sldMk cId="2726153476" sldId="2356"/>
        </pc:sldMkLst>
      </pc:sldChg>
      <pc:sldChg chg="del">
        <pc:chgData name="기섭 이" userId="1ad65406ccf8894f" providerId="LiveId" clId="{71451178-ABF1-4B9A-A00C-BBA97334E90B}" dt="2026-06-10T05:43:22.869" v="20" actId="47"/>
        <pc:sldMkLst>
          <pc:docMk/>
          <pc:sldMk cId="353601503" sldId="2357"/>
        </pc:sldMkLst>
      </pc:sldChg>
      <pc:sldChg chg="del">
        <pc:chgData name="기섭 이" userId="1ad65406ccf8894f" providerId="LiveId" clId="{71451178-ABF1-4B9A-A00C-BBA97334E90B}" dt="2026-06-10T05:43:23.051" v="24" actId="47"/>
        <pc:sldMkLst>
          <pc:docMk/>
          <pc:sldMk cId="380024184" sldId="2358"/>
        </pc:sldMkLst>
      </pc:sldChg>
      <pc:sldChg chg="del">
        <pc:chgData name="기섭 이" userId="1ad65406ccf8894f" providerId="LiveId" clId="{71451178-ABF1-4B9A-A00C-BBA97334E90B}" dt="2026-06-10T05:43:22.980" v="22" actId="47"/>
        <pc:sldMkLst>
          <pc:docMk/>
          <pc:sldMk cId="3183490662" sldId="2359"/>
        </pc:sldMkLst>
      </pc:sldChg>
      <pc:sldChg chg="del">
        <pc:chgData name="기섭 이" userId="1ad65406ccf8894f" providerId="LiveId" clId="{71451178-ABF1-4B9A-A00C-BBA97334E90B}" dt="2026-06-10T05:43:23.036" v="23" actId="47"/>
        <pc:sldMkLst>
          <pc:docMk/>
          <pc:sldMk cId="3205643557" sldId="2360"/>
        </pc:sldMkLst>
      </pc:sldChg>
      <pc:sldChg chg="del">
        <pc:chgData name="기섭 이" userId="1ad65406ccf8894f" providerId="LiveId" clId="{71451178-ABF1-4B9A-A00C-BBA97334E90B}" dt="2026-06-10T05:43:22.910" v="21" actId="47"/>
        <pc:sldMkLst>
          <pc:docMk/>
          <pc:sldMk cId="1893703738" sldId="2361"/>
        </pc:sldMkLst>
      </pc:sldChg>
      <pc:sldChg chg="del">
        <pc:chgData name="기섭 이" userId="1ad65406ccf8894f" providerId="LiveId" clId="{71451178-ABF1-4B9A-A00C-BBA97334E90B}" dt="2026-06-10T05:43:22.799" v="19" actId="47"/>
        <pc:sldMkLst>
          <pc:docMk/>
          <pc:sldMk cId="2635674144" sldId="2362"/>
        </pc:sldMkLst>
      </pc:sldChg>
      <pc:sldChg chg="del">
        <pc:chgData name="기섭 이" userId="1ad65406ccf8894f" providerId="LiveId" clId="{71451178-ABF1-4B9A-A00C-BBA97334E90B}" dt="2026-06-10T05:43:22.776" v="18" actId="47"/>
        <pc:sldMkLst>
          <pc:docMk/>
          <pc:sldMk cId="3881216477" sldId="2363"/>
        </pc:sldMkLst>
      </pc:sldChg>
      <pc:sldChg chg="del">
        <pc:chgData name="기섭 이" userId="1ad65406ccf8894f" providerId="LiveId" clId="{71451178-ABF1-4B9A-A00C-BBA97334E90B}" dt="2026-06-10T05:43:22.748" v="17" actId="47"/>
        <pc:sldMkLst>
          <pc:docMk/>
          <pc:sldMk cId="4270547635" sldId="2364"/>
        </pc:sldMkLst>
      </pc:sldChg>
      <pc:sldChg chg="del">
        <pc:chgData name="기섭 이" userId="1ad65406ccf8894f" providerId="LiveId" clId="{71451178-ABF1-4B9A-A00C-BBA97334E90B}" dt="2026-06-10T05:43:22.731" v="16" actId="47"/>
        <pc:sldMkLst>
          <pc:docMk/>
          <pc:sldMk cId="1882036922" sldId="2365"/>
        </pc:sldMkLst>
      </pc:sldChg>
      <pc:sldChg chg="del">
        <pc:chgData name="기섭 이" userId="1ad65406ccf8894f" providerId="LiveId" clId="{71451178-ABF1-4B9A-A00C-BBA97334E90B}" dt="2026-06-10T05:43:22.625" v="13" actId="47"/>
        <pc:sldMkLst>
          <pc:docMk/>
          <pc:sldMk cId="2218450710" sldId="2366"/>
        </pc:sldMkLst>
      </pc:sldChg>
      <pc:sldChg chg="del">
        <pc:chgData name="기섭 이" userId="1ad65406ccf8894f" providerId="LiveId" clId="{71451178-ABF1-4B9A-A00C-BBA97334E90B}" dt="2026-06-10T05:43:22.680" v="15" actId="47"/>
        <pc:sldMkLst>
          <pc:docMk/>
          <pc:sldMk cId="3861283135" sldId="2367"/>
        </pc:sldMkLst>
      </pc:sldChg>
      <pc:sldChg chg="del">
        <pc:chgData name="기섭 이" userId="1ad65406ccf8894f" providerId="LiveId" clId="{71451178-ABF1-4B9A-A00C-BBA97334E90B}" dt="2026-06-10T05:43:22.643" v="14" actId="47"/>
        <pc:sldMkLst>
          <pc:docMk/>
          <pc:sldMk cId="3677438451" sldId="2368"/>
        </pc:sldMkLst>
      </pc:sldChg>
      <pc:sldChg chg="del">
        <pc:chgData name="기섭 이" userId="1ad65406ccf8894f" providerId="LiveId" clId="{71451178-ABF1-4B9A-A00C-BBA97334E90B}" dt="2026-06-10T05:43:22.595" v="12" actId="47"/>
        <pc:sldMkLst>
          <pc:docMk/>
          <pc:sldMk cId="1899573153" sldId="2369"/>
        </pc:sldMkLst>
      </pc:sldChg>
      <pc:sldChg chg="del">
        <pc:chgData name="기섭 이" userId="1ad65406ccf8894f" providerId="LiveId" clId="{71451178-ABF1-4B9A-A00C-BBA97334E90B}" dt="2026-06-10T05:43:22.547" v="11" actId="47"/>
        <pc:sldMkLst>
          <pc:docMk/>
          <pc:sldMk cId="1699888749" sldId="2370"/>
        </pc:sldMkLst>
      </pc:sldChg>
      <pc:sldChg chg="del">
        <pc:chgData name="기섭 이" userId="1ad65406ccf8894f" providerId="LiveId" clId="{71451178-ABF1-4B9A-A00C-BBA97334E90B}" dt="2026-06-10T05:43:22.489" v="8" actId="47"/>
        <pc:sldMkLst>
          <pc:docMk/>
          <pc:sldMk cId="1228099948" sldId="2371"/>
        </pc:sldMkLst>
      </pc:sldChg>
      <pc:sldChg chg="del">
        <pc:chgData name="기섭 이" userId="1ad65406ccf8894f" providerId="LiveId" clId="{71451178-ABF1-4B9A-A00C-BBA97334E90B}" dt="2026-06-10T05:43:22.530" v="10" actId="47"/>
        <pc:sldMkLst>
          <pc:docMk/>
          <pc:sldMk cId="1443371120" sldId="2372"/>
        </pc:sldMkLst>
      </pc:sldChg>
      <pc:sldChg chg="del">
        <pc:chgData name="기섭 이" userId="1ad65406ccf8894f" providerId="LiveId" clId="{71451178-ABF1-4B9A-A00C-BBA97334E90B}" dt="2026-06-10T05:43:22.514" v="9" actId="47"/>
        <pc:sldMkLst>
          <pc:docMk/>
          <pc:sldMk cId="1073747839" sldId="2373"/>
        </pc:sldMkLst>
      </pc:sldChg>
      <pc:sldChg chg="del">
        <pc:chgData name="기섭 이" userId="1ad65406ccf8894f" providerId="LiveId" clId="{71451178-ABF1-4B9A-A00C-BBA97334E90B}" dt="2026-06-10T05:43:22.431" v="7" actId="47"/>
        <pc:sldMkLst>
          <pc:docMk/>
          <pc:sldMk cId="2116840470" sldId="2374"/>
        </pc:sldMkLst>
      </pc:sldChg>
      <pc:sldChg chg="del">
        <pc:chgData name="기섭 이" userId="1ad65406ccf8894f" providerId="LiveId" clId="{71451178-ABF1-4B9A-A00C-BBA97334E90B}" dt="2026-06-10T05:43:22.411" v="6" actId="47"/>
        <pc:sldMkLst>
          <pc:docMk/>
          <pc:sldMk cId="422355887" sldId="2375"/>
        </pc:sldMkLst>
      </pc:sldChg>
      <pc:sldChg chg="del">
        <pc:chgData name="기섭 이" userId="1ad65406ccf8894f" providerId="LiveId" clId="{71451178-ABF1-4B9A-A00C-BBA97334E90B}" dt="2026-06-10T05:43:22.291" v="4" actId="47"/>
        <pc:sldMkLst>
          <pc:docMk/>
          <pc:sldMk cId="168942415" sldId="2376"/>
        </pc:sldMkLst>
      </pc:sldChg>
      <pc:sldChg chg="del">
        <pc:chgData name="기섭 이" userId="1ad65406ccf8894f" providerId="LiveId" clId="{71451178-ABF1-4B9A-A00C-BBA97334E90B}" dt="2026-06-10T05:43:22.319" v="5" actId="47"/>
        <pc:sldMkLst>
          <pc:docMk/>
          <pc:sldMk cId="1030787859" sldId="2134805483"/>
        </pc:sldMkLst>
      </pc:sldChg>
      <pc:sldChg chg="del">
        <pc:chgData name="기섭 이" userId="1ad65406ccf8894f" providerId="LiveId" clId="{71451178-ABF1-4B9A-A00C-BBA97334E90B}" dt="2026-06-10T05:43:22.221" v="2" actId="47"/>
        <pc:sldMkLst>
          <pc:docMk/>
          <pc:sldMk cId="2360040711" sldId="2134805484"/>
        </pc:sldMkLst>
      </pc:sldChg>
      <pc:sldChg chg="del">
        <pc:chgData name="기섭 이" userId="1ad65406ccf8894f" providerId="LiveId" clId="{71451178-ABF1-4B9A-A00C-BBA97334E90B}" dt="2026-06-10T05:43:22.271" v="3" actId="47"/>
        <pc:sldMkLst>
          <pc:docMk/>
          <pc:sldMk cId="2762261922" sldId="2134805486"/>
        </pc:sldMkLst>
      </pc:sldChg>
      <pc:sldChg chg="del">
        <pc:chgData name="기섭 이" userId="1ad65406ccf8894f" providerId="LiveId" clId="{71451178-ABF1-4B9A-A00C-BBA97334E90B}" dt="2026-06-10T05:43:21.678" v="0" actId="47"/>
        <pc:sldMkLst>
          <pc:docMk/>
          <pc:sldMk cId="3100164044" sldId="2134805487"/>
        </pc:sldMkLst>
      </pc:sldChg>
      <pc:sldChg chg="del">
        <pc:chgData name="기섭 이" userId="1ad65406ccf8894f" providerId="LiveId" clId="{71451178-ABF1-4B9A-A00C-BBA97334E90B}" dt="2026-06-10T05:43:22.186" v="1" actId="47"/>
        <pc:sldMkLst>
          <pc:docMk/>
          <pc:sldMk cId="2825003708" sldId="2134805488"/>
        </pc:sldMkLst>
      </pc:sldChg>
      <pc:sldChg chg="modSp add del mod modClrScheme chgLayout">
        <pc:chgData name="기섭 이" userId="1ad65406ccf8894f" providerId="LiveId" clId="{71451178-ABF1-4B9A-A00C-BBA97334E90B}" dt="2026-06-10T06:33:06.908" v="1389" actId="5793"/>
        <pc:sldMkLst>
          <pc:docMk/>
          <pc:sldMk cId="1211241386" sldId="2134805489"/>
        </pc:sldMkLst>
        <pc:spChg chg="mod ord">
          <ac:chgData name="기섭 이" userId="1ad65406ccf8894f" providerId="LiveId" clId="{71451178-ABF1-4B9A-A00C-BBA97334E90B}" dt="2026-06-10T06:02:30.571" v="315" actId="700"/>
          <ac:spMkLst>
            <pc:docMk/>
            <pc:sldMk cId="1211241386" sldId="2134805489"/>
            <ac:spMk id="2" creationId="{8E956C52-5560-4C95-EDFC-9579D2EB1CB6}"/>
          </ac:spMkLst>
        </pc:spChg>
        <pc:spChg chg="mod ord">
          <ac:chgData name="기섭 이" userId="1ad65406ccf8894f" providerId="LiveId" clId="{71451178-ABF1-4B9A-A00C-BBA97334E90B}" dt="2026-06-10T06:33:06.908" v="1389" actId="5793"/>
          <ac:spMkLst>
            <pc:docMk/>
            <pc:sldMk cId="1211241386" sldId="2134805489"/>
            <ac:spMk id="3" creationId="{8CFD0634-9DB8-63B4-FF92-C5FE399E9A19}"/>
          </ac:spMkLst>
        </pc:spChg>
      </pc:sldChg>
      <pc:sldChg chg="addSp delSp modSp new mod">
        <pc:chgData name="기섭 이" userId="1ad65406ccf8894f" providerId="LiveId" clId="{71451178-ABF1-4B9A-A00C-BBA97334E90B}" dt="2026-06-10T06:34:20.875" v="1483" actId="20577"/>
        <pc:sldMkLst>
          <pc:docMk/>
          <pc:sldMk cId="604675101" sldId="2134805490"/>
        </pc:sldMkLst>
        <pc:spChg chg="mod">
          <ac:chgData name="기섭 이" userId="1ad65406ccf8894f" providerId="LiveId" clId="{71451178-ABF1-4B9A-A00C-BBA97334E90B}" dt="2026-06-10T06:34:20.875" v="1483" actId="20577"/>
          <ac:spMkLst>
            <pc:docMk/>
            <pc:sldMk cId="604675101" sldId="2134805490"/>
            <ac:spMk id="2" creationId="{CA206282-B2DF-2C4A-BB9E-25711E51D77B}"/>
          </ac:spMkLst>
        </pc:spChg>
        <pc:spChg chg="add del">
          <ac:chgData name="기섭 이" userId="1ad65406ccf8894f" providerId="LiveId" clId="{71451178-ABF1-4B9A-A00C-BBA97334E90B}" dt="2026-06-10T05:44:50.658" v="256" actId="22"/>
          <ac:spMkLst>
            <pc:docMk/>
            <pc:sldMk cId="604675101" sldId="2134805490"/>
            <ac:spMk id="3" creationId="{ACA4CBA2-0C9E-D01D-35FA-A42B31137EDF}"/>
          </ac:spMkLst>
        </pc:spChg>
        <pc:spChg chg="add del mod">
          <ac:chgData name="기섭 이" userId="1ad65406ccf8894f" providerId="LiveId" clId="{71451178-ABF1-4B9A-A00C-BBA97334E90B}" dt="2026-06-10T06:01:23.878" v="308" actId="22"/>
          <ac:spMkLst>
            <pc:docMk/>
            <pc:sldMk cId="604675101" sldId="2134805490"/>
            <ac:spMk id="9" creationId="{6D56BD5A-1203-BD17-DECC-069EACCBF8EB}"/>
          </ac:spMkLst>
        </pc:spChg>
        <pc:picChg chg="add del mod ord">
          <ac:chgData name="기섭 이" userId="1ad65406ccf8894f" providerId="LiveId" clId="{71451178-ABF1-4B9A-A00C-BBA97334E90B}" dt="2026-06-10T05:44:36.570" v="255" actId="22"/>
          <ac:picMkLst>
            <pc:docMk/>
            <pc:sldMk cId="604675101" sldId="2134805490"/>
            <ac:picMk id="5" creationId="{54F2C503-C25B-1853-766F-D18D954DCB2F}"/>
          </ac:picMkLst>
        </pc:picChg>
        <pc:picChg chg="add del mod ord">
          <ac:chgData name="기섭 이" userId="1ad65406ccf8894f" providerId="LiveId" clId="{71451178-ABF1-4B9A-A00C-BBA97334E90B}" dt="2026-06-10T05:45:40.953" v="259" actId="478"/>
          <ac:picMkLst>
            <pc:docMk/>
            <pc:sldMk cId="604675101" sldId="2134805490"/>
            <ac:picMk id="7" creationId="{14D8BC39-522B-5D83-21BB-B117A7F13E8A}"/>
          </ac:picMkLst>
        </pc:picChg>
        <pc:picChg chg="add mod ord">
          <ac:chgData name="기섭 이" userId="1ad65406ccf8894f" providerId="LiveId" clId="{71451178-ABF1-4B9A-A00C-BBA97334E90B}" dt="2026-06-10T06:01:23.878" v="308" actId="22"/>
          <ac:picMkLst>
            <pc:docMk/>
            <pc:sldMk cId="604675101" sldId="2134805490"/>
            <ac:picMk id="11" creationId="{4A95523D-54EA-B0D7-4392-8FB733848C39}"/>
          </ac:picMkLst>
        </pc:picChg>
      </pc:sldChg>
      <pc:sldChg chg="addSp delSp modSp new mod">
        <pc:chgData name="기섭 이" userId="1ad65406ccf8894f" providerId="LiveId" clId="{71451178-ABF1-4B9A-A00C-BBA97334E90B}" dt="2026-06-10T06:35:04.935" v="1650"/>
        <pc:sldMkLst>
          <pc:docMk/>
          <pc:sldMk cId="3357021236" sldId="2134805491"/>
        </pc:sldMkLst>
        <pc:spChg chg="mod">
          <ac:chgData name="기섭 이" userId="1ad65406ccf8894f" providerId="LiveId" clId="{71451178-ABF1-4B9A-A00C-BBA97334E90B}" dt="2026-06-10T06:35:04.935" v="1650"/>
          <ac:spMkLst>
            <pc:docMk/>
            <pc:sldMk cId="3357021236" sldId="2134805491"/>
            <ac:spMk id="2" creationId="{CCDD7F0F-49A3-40D0-4341-820F659AB848}"/>
          </ac:spMkLst>
        </pc:spChg>
        <pc:spChg chg="del">
          <ac:chgData name="기섭 이" userId="1ad65406ccf8894f" providerId="LiveId" clId="{71451178-ABF1-4B9A-A00C-BBA97334E90B}" dt="2026-06-10T05:45:36.962" v="258" actId="22"/>
          <ac:spMkLst>
            <pc:docMk/>
            <pc:sldMk cId="3357021236" sldId="2134805491"/>
            <ac:spMk id="3" creationId="{F4BC674B-8827-3644-8E2B-985549C84467}"/>
          </ac:spMkLst>
        </pc:spChg>
        <pc:picChg chg="add mod ord">
          <ac:chgData name="기섭 이" userId="1ad65406ccf8894f" providerId="LiveId" clId="{71451178-ABF1-4B9A-A00C-BBA97334E90B}" dt="2026-06-10T05:45:36.962" v="258" actId="22"/>
          <ac:picMkLst>
            <pc:docMk/>
            <pc:sldMk cId="3357021236" sldId="2134805491"/>
            <ac:picMk id="5" creationId="{4D30E1B0-7806-A316-647D-DC7A74AD3537}"/>
          </ac:picMkLst>
        </pc:picChg>
      </pc:sldChg>
      <pc:sldChg chg="addSp delSp modSp new mod">
        <pc:chgData name="기섭 이" userId="1ad65406ccf8894f" providerId="LiveId" clId="{71451178-ABF1-4B9A-A00C-BBA97334E90B}" dt="2026-06-10T06:34:38.775" v="1553" actId="20577"/>
        <pc:sldMkLst>
          <pc:docMk/>
          <pc:sldMk cId="679054774" sldId="2134805492"/>
        </pc:sldMkLst>
        <pc:spChg chg="mod">
          <ac:chgData name="기섭 이" userId="1ad65406ccf8894f" providerId="LiveId" clId="{71451178-ABF1-4B9A-A00C-BBA97334E90B}" dt="2026-06-10T06:34:38.775" v="1553" actId="20577"/>
          <ac:spMkLst>
            <pc:docMk/>
            <pc:sldMk cId="679054774" sldId="2134805492"/>
            <ac:spMk id="2" creationId="{5E937CFA-B318-A19F-A87E-9C5D4D28EFE9}"/>
          </ac:spMkLst>
        </pc:spChg>
        <pc:spChg chg="add del">
          <ac:chgData name="기섭 이" userId="1ad65406ccf8894f" providerId="LiveId" clId="{71451178-ABF1-4B9A-A00C-BBA97334E90B}" dt="2026-06-10T06:01:45.420" v="312" actId="22"/>
          <ac:spMkLst>
            <pc:docMk/>
            <pc:sldMk cId="679054774" sldId="2134805492"/>
            <ac:spMk id="3" creationId="{F42669E5-DC89-B4D2-E93B-C218C2178315}"/>
          </ac:spMkLst>
        </pc:spChg>
        <pc:picChg chg="add del mod ord">
          <ac:chgData name="기섭 이" userId="1ad65406ccf8894f" providerId="LiveId" clId="{71451178-ABF1-4B9A-A00C-BBA97334E90B}" dt="2026-06-10T06:01:39.798" v="311" actId="22"/>
          <ac:picMkLst>
            <pc:docMk/>
            <pc:sldMk cId="679054774" sldId="2134805492"/>
            <ac:picMk id="5" creationId="{FB7C040F-E211-3619-C607-E05E9F998B12}"/>
          </ac:picMkLst>
        </pc:picChg>
        <pc:picChg chg="add mod ord">
          <ac:chgData name="기섭 이" userId="1ad65406ccf8894f" providerId="LiveId" clId="{71451178-ABF1-4B9A-A00C-BBA97334E90B}" dt="2026-06-10T06:01:45.420" v="312" actId="22"/>
          <ac:picMkLst>
            <pc:docMk/>
            <pc:sldMk cId="679054774" sldId="2134805492"/>
            <ac:picMk id="7" creationId="{ADEDB88D-D71B-232C-9973-D350C2667651}"/>
          </ac:picMkLst>
        </pc:picChg>
      </pc:sldChg>
      <pc:sldMasterChg chg="add del addSldLayout delSldLayout">
        <pc:chgData name="기섭 이" userId="1ad65406ccf8894f" providerId="LiveId" clId="{71451178-ABF1-4B9A-A00C-BBA97334E90B}" dt="2026-06-10T05:43:47.656" v="214" actId="47"/>
        <pc:sldMasterMkLst>
          <pc:docMk/>
          <pc:sldMasterMk cId="1316408949" sldId="2147484610"/>
        </pc:sldMasterMkLst>
        <pc:sldLayoutChg chg="add del">
          <pc:chgData name="기섭 이" userId="1ad65406ccf8894f" providerId="LiveId" clId="{71451178-ABF1-4B9A-A00C-BBA97334E90B}" dt="2026-06-10T05:43:47.656" v="214" actId="47"/>
          <pc:sldLayoutMkLst>
            <pc:docMk/>
            <pc:sldMasterMk cId="1316408949" sldId="2147484610"/>
            <pc:sldLayoutMk cId="3698963224" sldId="2147484611"/>
          </pc:sldLayoutMkLst>
        </pc:sldLayoutChg>
        <pc:sldLayoutChg chg="add del">
          <pc:chgData name="기섭 이" userId="1ad65406ccf8894f" providerId="LiveId" clId="{71451178-ABF1-4B9A-A00C-BBA97334E90B}" dt="2026-06-10T05:43:47.656" v="214" actId="47"/>
          <pc:sldLayoutMkLst>
            <pc:docMk/>
            <pc:sldMasterMk cId="1316408949" sldId="2147484610"/>
            <pc:sldLayoutMk cId="3973211107" sldId="2147484612"/>
          </pc:sldLayoutMkLst>
        </pc:sldLayoutChg>
        <pc:sldLayoutChg chg="add del">
          <pc:chgData name="기섭 이" userId="1ad65406ccf8894f" providerId="LiveId" clId="{71451178-ABF1-4B9A-A00C-BBA97334E90B}" dt="2026-06-10T05:43:47.656" v="214" actId="47"/>
          <pc:sldLayoutMkLst>
            <pc:docMk/>
            <pc:sldMasterMk cId="1316408949" sldId="2147484610"/>
            <pc:sldLayoutMk cId="87281974" sldId="2147484613"/>
          </pc:sldLayoutMkLst>
        </pc:sldLayoutChg>
        <pc:sldLayoutChg chg="add del">
          <pc:chgData name="기섭 이" userId="1ad65406ccf8894f" providerId="LiveId" clId="{71451178-ABF1-4B9A-A00C-BBA97334E90B}" dt="2026-06-10T05:43:47.656" v="214" actId="47"/>
          <pc:sldLayoutMkLst>
            <pc:docMk/>
            <pc:sldMasterMk cId="1316408949" sldId="2147484610"/>
            <pc:sldLayoutMk cId="220365288" sldId="2147484614"/>
          </pc:sldLayoutMkLst>
        </pc:sldLayoutChg>
        <pc:sldLayoutChg chg="add del">
          <pc:chgData name="기섭 이" userId="1ad65406ccf8894f" providerId="LiveId" clId="{71451178-ABF1-4B9A-A00C-BBA97334E90B}" dt="2026-06-10T05:43:47.656" v="214" actId="47"/>
          <pc:sldLayoutMkLst>
            <pc:docMk/>
            <pc:sldMasterMk cId="1316408949" sldId="2147484610"/>
            <pc:sldLayoutMk cId="3456113505" sldId="2147484615"/>
          </pc:sldLayoutMkLst>
        </pc:sldLayoutChg>
        <pc:sldLayoutChg chg="add del">
          <pc:chgData name="기섭 이" userId="1ad65406ccf8894f" providerId="LiveId" clId="{71451178-ABF1-4B9A-A00C-BBA97334E90B}" dt="2026-06-10T05:43:47.656" v="214" actId="47"/>
          <pc:sldLayoutMkLst>
            <pc:docMk/>
            <pc:sldMasterMk cId="1316408949" sldId="2147484610"/>
            <pc:sldLayoutMk cId="3563376474" sldId="214748461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375" y="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645622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16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375" y="645622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AAB0BCE-93A4-4C70-969E-BE8D1F4C07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6507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375" y="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7163" y="509588"/>
            <a:ext cx="4532312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65" y="3228901"/>
            <a:ext cx="7941310" cy="3058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136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645622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36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375" y="645622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3" tIns="46038" rIns="92073" bIns="460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63C6175-E5F6-4878-BCB3-861688776FA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60562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서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5629378" y="6489702"/>
            <a:ext cx="873957" cy="3222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defRPr/>
            </a:pPr>
            <a:r>
              <a:rPr lang="en-US" altLang="ko-KR" sz="1494" b="1">
                <a:latin typeface="Verdana" pitchFamily="34" charset="0"/>
                <a:ea typeface="굴림" charset="-127"/>
              </a:rPr>
              <a:t>- </a:t>
            </a:r>
            <a:fld id="{03C3623D-D3BC-4032-9CB7-EE64F5208FEE}" type="slidenum">
              <a:rPr lang="en-US" altLang="ko-KR" sz="1494" b="1" smtClean="0">
                <a:latin typeface="Verdana" pitchFamily="34" charset="0"/>
                <a:ea typeface="굴림" charset="-127"/>
              </a:rPr>
              <a:pPr algn="ctr">
                <a:defRPr/>
              </a:pPr>
              <a:t>‹#›</a:t>
            </a:fld>
            <a:r>
              <a:rPr lang="en-US" altLang="ko-KR" sz="1494" b="1">
                <a:latin typeface="Verdana" pitchFamily="34" charset="0"/>
                <a:ea typeface="굴림" charset="-127"/>
              </a:rPr>
              <a:t> -</a:t>
            </a:r>
          </a:p>
        </p:txBody>
      </p:sp>
      <p:sp>
        <p:nvSpPr>
          <p:cNvPr id="5" name="Line 21"/>
          <p:cNvSpPr>
            <a:spLocks noChangeShapeType="1"/>
          </p:cNvSpPr>
          <p:nvPr/>
        </p:nvSpPr>
        <p:spPr bwMode="auto">
          <a:xfrm>
            <a:off x="644286" y="6489700"/>
            <a:ext cx="11320436" cy="0"/>
          </a:xfrm>
          <a:prstGeom prst="line">
            <a:avLst/>
          </a:prstGeom>
          <a:noFill/>
          <a:ln w="38100">
            <a:solidFill>
              <a:srgbClr val="008080"/>
            </a:solidFill>
            <a:round/>
            <a:headEnd type="none" w="sm" len="sm"/>
            <a:tailEnd type="none" w="lg" len="med"/>
          </a:ln>
        </p:spPr>
        <p:txBody>
          <a:bodyPr lIns="112044" tIns="58263" rIns="112044" bIns="58263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endParaRPr lang="ko-KR" altLang="en-US" sz="1369">
              <a:ea typeface="맑은 고딕" pitchFamily="50" charset="-127"/>
            </a:endParaRPr>
          </a:p>
        </p:txBody>
      </p:sp>
      <p:grpSp>
        <p:nvGrpSpPr>
          <p:cNvPr id="7" name="Group 3"/>
          <p:cNvGrpSpPr>
            <a:grpSpLocks/>
          </p:cNvGrpSpPr>
          <p:nvPr userDrawn="1"/>
        </p:nvGrpSpPr>
        <p:grpSpPr bwMode="auto">
          <a:xfrm>
            <a:off x="391314" y="107953"/>
            <a:ext cx="950617" cy="474663"/>
            <a:chOff x="720" y="336"/>
            <a:chExt cx="624" cy="432"/>
          </a:xfrm>
        </p:grpSpPr>
        <p:sp>
          <p:nvSpPr>
            <p:cNvPr id="8" name="Rectangle 4"/>
            <p:cNvSpPr>
              <a:spLocks noChangeArrowheads="1"/>
            </p:cNvSpPr>
            <p:nvPr userDrawn="1"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1245" b="1">
                <a:latin typeface="Verdana" pitchFamily="34" charset="0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1245" b="1">
                <a:latin typeface="Verdana" pitchFamily="34" charset="0"/>
              </a:endParaRPr>
            </a:p>
          </p:txBody>
        </p:sp>
      </p:grpSp>
      <p:grpSp>
        <p:nvGrpSpPr>
          <p:cNvPr id="10" name="Group 6"/>
          <p:cNvGrpSpPr>
            <a:grpSpLocks/>
          </p:cNvGrpSpPr>
          <p:nvPr userDrawn="1"/>
        </p:nvGrpSpPr>
        <p:grpSpPr bwMode="auto">
          <a:xfrm>
            <a:off x="557328" y="530228"/>
            <a:ext cx="986191" cy="474663"/>
            <a:chOff x="912" y="2640"/>
            <a:chExt cx="672" cy="432"/>
          </a:xfrm>
        </p:grpSpPr>
        <p:sp>
          <p:nvSpPr>
            <p:cNvPr id="11" name="Rectangle 7"/>
            <p:cNvSpPr>
              <a:spLocks noChangeArrowheads="1"/>
            </p:cNvSpPr>
            <p:nvPr userDrawn="1"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1245" b="1">
                <a:latin typeface="Verdana" pitchFamily="34" charset="0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 userDrawn="1"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1245" b="1">
                <a:latin typeface="Verdana" pitchFamily="34" charset="0"/>
              </a:endParaRPr>
            </a:p>
          </p:txBody>
        </p:sp>
      </p:grp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2" y="457203"/>
            <a:ext cx="74705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ko-KR" altLang="en-US" sz="1245" b="1">
              <a:latin typeface="Verdana" pitchFamily="34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 userDrawn="1"/>
        </p:nvSpPr>
        <p:spPr bwMode="auto">
          <a:xfrm flipV="1">
            <a:off x="420962" y="822328"/>
            <a:ext cx="11591193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rot="10800000" wrap="none" anchor="ctr"/>
          <a:lstStyle/>
          <a:p>
            <a:pPr algn="ctr">
              <a:defRPr/>
            </a:pPr>
            <a:endParaRPr lang="ko-KR" altLang="en-US" sz="1245" b="1">
              <a:latin typeface="Verdana" pitchFamily="34" charset="0"/>
            </a:endParaRPr>
          </a:p>
        </p:txBody>
      </p:sp>
      <p:sp>
        <p:nvSpPr>
          <p:cNvPr id="38920" name="Rectangle 9"/>
          <p:cNvSpPr>
            <a:spLocks noGrp="1" noChangeArrowheads="1"/>
          </p:cNvSpPr>
          <p:nvPr>
            <p:ph type="ctrTitle"/>
          </p:nvPr>
        </p:nvSpPr>
        <p:spPr>
          <a:xfrm>
            <a:off x="1915069" y="1376366"/>
            <a:ext cx="9361890" cy="2224087"/>
          </a:xfrm>
          <a:solidFill>
            <a:srgbClr val="EAEAEA"/>
          </a:solidFill>
        </p:spPr>
        <p:txBody>
          <a:bodyPr anchor="ctr"/>
          <a:lstStyle>
            <a:lvl1pPr algn="ctr">
              <a:defRPr sz="3735" smtClean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21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911118" y="3584578"/>
            <a:ext cx="9355961" cy="1846263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241" smtClean="0"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보고서 고전 서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 userDrawn="1"/>
        </p:nvGrpSpPr>
        <p:grpSpPr bwMode="auto">
          <a:xfrm>
            <a:off x="391314" y="107953"/>
            <a:ext cx="950617" cy="474663"/>
            <a:chOff x="720" y="336"/>
            <a:chExt cx="624" cy="432"/>
          </a:xfrm>
        </p:grpSpPr>
        <p:sp>
          <p:nvSpPr>
            <p:cNvPr id="5" name="Rectangle 4"/>
            <p:cNvSpPr>
              <a:spLocks noChangeArrowheads="1"/>
            </p:cNvSpPr>
            <p:nvPr userDrawn="1"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1245" b="1">
                <a:latin typeface="Verdana" pitchFamily="34" charset="0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 userDrawn="1"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1245" b="1">
                <a:latin typeface="Verdana" pitchFamily="34" charset="0"/>
              </a:endParaRPr>
            </a:p>
          </p:txBody>
        </p:sp>
      </p:grpSp>
      <p:grpSp>
        <p:nvGrpSpPr>
          <p:cNvPr id="7" name="Group 6"/>
          <p:cNvGrpSpPr>
            <a:grpSpLocks/>
          </p:cNvGrpSpPr>
          <p:nvPr userDrawn="1"/>
        </p:nvGrpSpPr>
        <p:grpSpPr bwMode="auto">
          <a:xfrm>
            <a:off x="557328" y="530228"/>
            <a:ext cx="986191" cy="474663"/>
            <a:chOff x="912" y="2640"/>
            <a:chExt cx="672" cy="432"/>
          </a:xfrm>
        </p:grpSpPr>
        <p:sp>
          <p:nvSpPr>
            <p:cNvPr id="8" name="Rectangle 7"/>
            <p:cNvSpPr>
              <a:spLocks noChangeArrowheads="1"/>
            </p:cNvSpPr>
            <p:nvPr userDrawn="1"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1245" b="1">
                <a:latin typeface="Verdana" pitchFamily="34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1245" b="1">
                <a:latin typeface="Verdana" pitchFamily="34" charset="0"/>
              </a:endParaRPr>
            </a:p>
          </p:txBody>
        </p:sp>
      </p:grpSp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2" y="457203"/>
            <a:ext cx="74705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ko-KR" altLang="en-US" sz="1245" b="1">
              <a:latin typeface="Verdana" pitchFamily="34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 userDrawn="1"/>
        </p:nvSpPr>
        <p:spPr bwMode="auto">
          <a:xfrm flipV="1">
            <a:off x="420962" y="822328"/>
            <a:ext cx="11591193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rot="10800000" wrap="none" anchor="ctr"/>
          <a:lstStyle/>
          <a:p>
            <a:pPr algn="ctr">
              <a:defRPr/>
            </a:pPr>
            <a:endParaRPr lang="ko-KR" altLang="en-US" sz="1245" b="1">
              <a:latin typeface="Verdana" pitchFamily="34" charset="0"/>
            </a:endParaRPr>
          </a:p>
        </p:txBody>
      </p:sp>
      <p:sp>
        <p:nvSpPr>
          <p:cNvPr id="13" name="Text Box 20"/>
          <p:cNvSpPr txBox="1">
            <a:spLocks noChangeArrowheads="1"/>
          </p:cNvSpPr>
          <p:nvPr userDrawn="1"/>
        </p:nvSpPr>
        <p:spPr bwMode="auto">
          <a:xfrm>
            <a:off x="5629378" y="6489702"/>
            <a:ext cx="873957" cy="3222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defRPr/>
            </a:pPr>
            <a:r>
              <a:rPr lang="en-US" altLang="ko-KR" sz="1494" b="1">
                <a:latin typeface="Verdana" pitchFamily="34" charset="0"/>
                <a:ea typeface="굴림" charset="-127"/>
              </a:rPr>
              <a:t>- </a:t>
            </a:r>
            <a:fld id="{F4F3357F-ABFA-4FB5-9895-372581125112}" type="slidenum">
              <a:rPr lang="en-US" altLang="ko-KR" sz="1494" b="1" smtClean="0">
                <a:latin typeface="Verdana" pitchFamily="34" charset="0"/>
                <a:ea typeface="굴림" charset="-127"/>
              </a:rPr>
              <a:pPr algn="ctr">
                <a:defRPr/>
              </a:pPr>
              <a:t>‹#›</a:t>
            </a:fld>
            <a:r>
              <a:rPr lang="en-US" altLang="ko-KR" sz="1494" b="1">
                <a:latin typeface="Verdana" pitchFamily="34" charset="0"/>
                <a:ea typeface="굴림" charset="-127"/>
              </a:rPr>
              <a:t> -</a:t>
            </a:r>
          </a:p>
        </p:txBody>
      </p:sp>
      <p:sp>
        <p:nvSpPr>
          <p:cNvPr id="14" name="Line 21"/>
          <p:cNvSpPr>
            <a:spLocks noChangeShapeType="1"/>
          </p:cNvSpPr>
          <p:nvPr userDrawn="1"/>
        </p:nvSpPr>
        <p:spPr bwMode="auto">
          <a:xfrm>
            <a:off x="644286" y="6489700"/>
            <a:ext cx="11320436" cy="0"/>
          </a:xfrm>
          <a:prstGeom prst="line">
            <a:avLst/>
          </a:prstGeom>
          <a:noFill/>
          <a:ln w="38100">
            <a:solidFill>
              <a:srgbClr val="008080"/>
            </a:solidFill>
            <a:round/>
            <a:headEnd type="none" w="sm" len="sm"/>
            <a:tailEnd type="none" w="lg" len="med"/>
          </a:ln>
        </p:spPr>
        <p:txBody>
          <a:bodyPr lIns="112044" tIns="58263" rIns="112044" bIns="58263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endParaRPr lang="ko-KR" altLang="en-US" sz="1369"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Rectangle 10"/>
          <p:cNvSpPr>
            <a:spLocks noGrp="1" noChangeArrowheads="1"/>
          </p:cNvSpPr>
          <p:nvPr>
            <p:ph idx="1"/>
          </p:nvPr>
        </p:nvSpPr>
        <p:spPr bwMode="auto">
          <a:xfrm>
            <a:off x="644284" y="1003300"/>
            <a:ext cx="11274981" cy="54816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33992" marR="0" indent="-333992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Char char="1"/>
              <a:tabLst/>
              <a:defRPr sz="1743">
                <a:latin typeface="+mn-lt"/>
              </a:defRPr>
            </a:lvl1pPr>
            <a:lvl2pPr marL="818179" marR="0" indent="-260869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 sz="1307">
                <a:latin typeface="+mn-lt"/>
              </a:defRPr>
            </a:lvl2pPr>
            <a:lvl3pPr marL="1235175" marR="0" indent="-237153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AutoNum type="arabicParenR"/>
              <a:tabLst/>
              <a:defRPr sz="1307">
                <a:latin typeface="+mn-lt"/>
              </a:defRPr>
            </a:lvl3pPr>
            <a:lvl4pPr marL="1683789" marR="0" indent="-237153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F01"/>
              </a:buClr>
              <a:buSzPct val="55000"/>
              <a:buFont typeface="Wingdings" pitchFamily="2" charset="2"/>
              <a:buChar char="n"/>
              <a:tabLst/>
              <a:defRPr sz="1307">
                <a:latin typeface="+mn-lt"/>
              </a:defRPr>
            </a:lvl4pPr>
            <a:lvl5pPr marL="2132405" marR="0" indent="-237153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50000"/>
              <a:buFont typeface="Wingdings" pitchFamily="2" charset="2"/>
              <a:buChar char="n"/>
              <a:tabLst/>
              <a:defRPr sz="1307">
                <a:latin typeface="+mn-lt"/>
              </a:defRPr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보고서 옛날 서식">
    <p:bg>
      <p:bgPr>
        <a:gradFill flip="none"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0" y="615637"/>
            <a:ext cx="12192000" cy="5869302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245" b="1">
              <a:latin typeface="Verdana" pitchFamily="34" charset="0"/>
              <a:ea typeface="굴림" pitchFamily="50" charset="-127"/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5629378" y="6489702"/>
            <a:ext cx="873957" cy="3222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defRPr/>
            </a:pPr>
            <a:r>
              <a:rPr lang="en-US" altLang="ko-KR" sz="1494" b="1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- </a:t>
            </a:r>
            <a:fld id="{4C6A6E5E-BDE6-4777-94E5-EC50FA7A2EBF}" type="slidenum">
              <a:rPr lang="en-US" altLang="ko-KR" sz="1494" b="1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pPr algn="ctr">
                <a:defRPr/>
              </a:pPr>
              <a:t>‹#›</a:t>
            </a:fld>
            <a:r>
              <a:rPr lang="en-US" altLang="ko-KR" sz="1494" b="1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 -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4285" y="153912"/>
            <a:ext cx="11342605" cy="461727"/>
          </a:xfrm>
          <a:noFill/>
        </p:spPr>
        <p:txBody>
          <a:bodyPr anchor="ctr"/>
          <a:lstStyle>
            <a:lvl1pPr algn="l">
              <a:defRPr sz="249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idx="1"/>
          </p:nvPr>
        </p:nvSpPr>
        <p:spPr bwMode="auto">
          <a:xfrm>
            <a:off x="2" y="615639"/>
            <a:ext cx="11986888" cy="5869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450592" marR="0" indent="-337944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Char char="1"/>
              <a:tabLst/>
              <a:defRPr sz="1369">
                <a:latin typeface="+mn-lt"/>
              </a:defRPr>
            </a:lvl1pPr>
            <a:lvl2pPr marL="664030" marR="0" indent="-213438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 sz="1245" b="1">
                <a:latin typeface="+mn-lt"/>
              </a:defRPr>
            </a:lvl2pPr>
            <a:lvl3pPr marL="1003950" marR="0" indent="-339920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120">
                <a:solidFill>
                  <a:schemeClr val="tx1"/>
                </a:solidFill>
                <a:latin typeface="+mn-lt"/>
              </a:defRPr>
            </a:lvl3pPr>
            <a:lvl4pPr marL="1341894" marR="0" indent="-337944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맑은 고딕" pitchFamily="50" charset="-127"/>
              <a:buChar char="▶"/>
              <a:tabLst/>
              <a:defRPr sz="1120">
                <a:latin typeface="+mn-lt"/>
              </a:defRPr>
            </a:lvl4pPr>
            <a:lvl5pPr marL="1626478" marR="0" indent="-284584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>
                  <a:lumMod val="75000"/>
                </a:schemeClr>
              </a:buClr>
              <a:buSzPct val="100000"/>
              <a:buFont typeface="+mj-lt"/>
              <a:buAutoNum type="arabicParenR"/>
              <a:tabLst/>
              <a:defRPr sz="1120">
                <a:latin typeface="+mn-lt"/>
              </a:defRPr>
            </a:lvl5pPr>
            <a:lvl6pPr marL="1893275" indent="-326087">
              <a:buClr>
                <a:srgbClr val="FF0000"/>
              </a:buClr>
              <a:buSzPct val="100000"/>
              <a:buFont typeface="맑은 고딕" pitchFamily="50" charset="-127"/>
              <a:buChar char="-"/>
              <a:defRPr/>
            </a:lvl6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  <a:p>
            <a:pPr lvl="5"/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서식">
    <p:bg>
      <p:bgPr>
        <a:gradFill flip="none"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0" y="624692"/>
            <a:ext cx="12192000" cy="5860249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245" b="1">
              <a:latin typeface="Verdana" pitchFamily="34" charset="0"/>
              <a:ea typeface="굴림" pitchFamily="50" charset="-127"/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5629378" y="6489702"/>
            <a:ext cx="873957" cy="3222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defRPr/>
            </a:pPr>
            <a:r>
              <a:rPr lang="en-US" altLang="ko-KR" sz="1494" b="1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t>- </a:t>
            </a:r>
            <a:fld id="{4C6A6E5E-BDE6-4777-94E5-EC50FA7A2EBF}" type="slidenum">
              <a:rPr lang="en-US" altLang="ko-KR" sz="1494" b="1" smtClean="0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pPr algn="ctr">
                <a:defRPr/>
              </a:pPr>
              <a:t>‹#›</a:t>
            </a:fld>
            <a:r>
              <a:rPr lang="en-US" altLang="ko-KR" sz="1494" b="1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t> -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4285" y="153909"/>
            <a:ext cx="11536445" cy="470780"/>
          </a:xfrm>
          <a:noFill/>
        </p:spPr>
        <p:txBody>
          <a:bodyPr anchor="ctr"/>
          <a:lstStyle>
            <a:lvl1pPr algn="l">
              <a:defRPr sz="2988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idx="1"/>
          </p:nvPr>
        </p:nvSpPr>
        <p:spPr bwMode="auto">
          <a:xfrm>
            <a:off x="0" y="624692"/>
            <a:ext cx="12180728" cy="58602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671935" marR="0" indent="-446639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Char char="1"/>
              <a:tabLst/>
              <a:defRPr sz="1618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 marL="1110669" marR="0" indent="-324110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sz="1494" b="0">
                <a:latin typeface="+mn-lt"/>
              </a:defRPr>
            </a:lvl2pPr>
            <a:lvl3pPr marL="1450589" marR="0" indent="-339920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 kumimoji="1" lang="ko-KR" altLang="en-US" sz="1494" dirty="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 marL="1788533" marR="0" indent="-337944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맑은 고딕" pitchFamily="50" charset="-127"/>
              <a:buChar char="▶"/>
              <a:tabLst/>
              <a:defRPr kumimoji="1" lang="ko-KR" altLang="en-US" sz="1369" dirty="0" smtClean="0">
                <a:solidFill>
                  <a:schemeClr val="folHlink"/>
                </a:solidFill>
                <a:latin typeface="+mn-lt"/>
                <a:ea typeface="+mn-ea"/>
              </a:defRPr>
            </a:lvl4pPr>
            <a:lvl5pPr marL="2114618" marR="0" indent="-326087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itchFamily="2" charset="2"/>
              <a:buChar char="n"/>
              <a:tabLst/>
              <a:defRPr kumimoji="1" lang="ko-KR" altLang="en-US" sz="1369" dirty="0" smtClean="0">
                <a:solidFill>
                  <a:schemeClr val="folHlink"/>
                </a:solidFill>
                <a:latin typeface="+mn-lt"/>
                <a:ea typeface="+mn-ea"/>
              </a:defRPr>
            </a:lvl5pPr>
            <a:lvl6pPr marL="2452563" indent="-326087">
              <a:buClr>
                <a:srgbClr val="FF0000"/>
              </a:buClr>
              <a:buSzPct val="100000"/>
              <a:buFont typeface="맑은 고딕" pitchFamily="50" charset="-127"/>
              <a:buChar char="-"/>
              <a:defRPr/>
            </a:lvl6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marL="1788533" marR="0" lvl="3" indent="-326087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itchFamily="2" charset="2"/>
              <a:buChar char="n"/>
              <a:tabLst/>
            </a:pPr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  <a:p>
            <a:pPr lvl="5"/>
            <a:endParaRPr lang="en-US" altLang="ko-KR"/>
          </a:p>
          <a:p>
            <a:pPr lvl="5"/>
            <a:endParaRPr lang="en-US" altLang="ko-KR"/>
          </a:p>
          <a:p>
            <a:pPr lvl="5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199099" y="6505091"/>
            <a:ext cx="1011046" cy="303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69" b="1">
                <a:solidFill>
                  <a:schemeClr val="bg1"/>
                </a:solidFill>
              </a:rPr>
              <a:t>Updated</a:t>
            </a:r>
            <a:r>
              <a:rPr lang="en-US" altLang="ko-KR" sz="1369" b="1" baseline="0">
                <a:solidFill>
                  <a:schemeClr val="bg1"/>
                </a:solidFill>
              </a:rPr>
              <a:t> :</a:t>
            </a:r>
            <a:endParaRPr lang="ko-KR" altLang="en-US" sz="1369" b="1">
              <a:solidFill>
                <a:schemeClr val="bg1"/>
              </a:solidFill>
            </a:endParaRP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9162130" y="6479213"/>
            <a:ext cx="1694255" cy="265112"/>
          </a:xfrm>
        </p:spPr>
        <p:txBody>
          <a:bodyPr lIns="0" rIns="0"/>
          <a:lstStyle>
            <a:lvl1pPr marL="0" indent="0" algn="l">
              <a:buNone/>
              <a:defRPr sz="1494" b="1">
                <a:solidFill>
                  <a:srgbClr val="FFFF00"/>
                </a:solidFill>
              </a:defRPr>
            </a:lvl1pPr>
            <a:lvl2pPr>
              <a:defRPr sz="1369" b="0">
                <a:solidFill>
                  <a:schemeClr val="bg1"/>
                </a:solidFill>
              </a:defRPr>
            </a:lvl2pPr>
            <a:lvl3pPr>
              <a:defRPr sz="1369" b="0">
                <a:solidFill>
                  <a:schemeClr val="bg1"/>
                </a:solidFill>
              </a:defRPr>
            </a:lvl3pPr>
            <a:lvl4pPr>
              <a:defRPr sz="1369" b="0">
                <a:solidFill>
                  <a:schemeClr val="bg1"/>
                </a:solidFill>
              </a:defRPr>
            </a:lvl4pPr>
            <a:lvl5pPr>
              <a:defRPr sz="1369" b="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보고서 서식">
    <p:bg>
      <p:bgPr>
        <a:gradFill flip="none"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0" y="624692"/>
            <a:ext cx="12192000" cy="5860249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245" b="1">
              <a:latin typeface="Verdana" pitchFamily="34" charset="0"/>
              <a:ea typeface="굴림" pitchFamily="50" charset="-127"/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5629378" y="6489702"/>
            <a:ext cx="873957" cy="3222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defRPr/>
            </a:pPr>
            <a:r>
              <a:rPr lang="en-US" altLang="ko-KR" sz="1494" b="1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t>- </a:t>
            </a:r>
            <a:fld id="{4C6A6E5E-BDE6-4777-94E5-EC50FA7A2EBF}" type="slidenum">
              <a:rPr lang="en-US" altLang="ko-KR" sz="1494" b="1" smtClean="0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pPr algn="ctr">
                <a:defRPr/>
              </a:pPr>
              <a:t>‹#›</a:t>
            </a:fld>
            <a:r>
              <a:rPr lang="en-US" altLang="ko-KR" sz="1494" b="1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t> -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4285" y="153909"/>
            <a:ext cx="11536445" cy="470780"/>
          </a:xfrm>
          <a:noFill/>
        </p:spPr>
        <p:txBody>
          <a:bodyPr anchor="ctr"/>
          <a:lstStyle>
            <a:lvl1pPr algn="l">
              <a:defRPr sz="25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idx="1"/>
          </p:nvPr>
        </p:nvSpPr>
        <p:spPr bwMode="auto">
          <a:xfrm>
            <a:off x="0" y="624692"/>
            <a:ext cx="12180728" cy="58602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671935" marR="0" indent="-446639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Char char="1"/>
              <a:tabLst/>
              <a:defRPr sz="1369">
                <a:latin typeface="+mn-lt"/>
              </a:defRPr>
            </a:lvl1pPr>
            <a:lvl2pPr marL="1001974" marR="0" indent="-330039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sz="1120" b="1">
                <a:latin typeface="+mn-lt"/>
              </a:defRPr>
            </a:lvl2pPr>
            <a:lvl3pPr marL="1343870" marR="0" indent="-341897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 kumimoji="1" lang="ko-KR" altLang="en-US" sz="1120" dirty="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 marL="1673909" marR="0" indent="-330039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맑은 고딕" pitchFamily="50" charset="-127"/>
              <a:buChar char="▶"/>
              <a:tabLst/>
              <a:defRPr sz="996">
                <a:latin typeface="+mn-lt"/>
              </a:defRPr>
            </a:lvl4pPr>
            <a:lvl5pPr marL="1893275" marR="0" indent="-219368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itchFamily="2" charset="2"/>
              <a:buChar char="n"/>
              <a:tabLst/>
              <a:defRPr sz="996">
                <a:latin typeface="+mn-lt"/>
              </a:defRPr>
            </a:lvl5pPr>
            <a:lvl6pPr marL="2233195" indent="-227273">
              <a:buClr>
                <a:srgbClr val="FF0000"/>
              </a:buClr>
              <a:buSzPct val="100000"/>
              <a:buFont typeface="Wingdings" pitchFamily="2" charset="2"/>
              <a:buChar char="§"/>
              <a:defRPr sz="996"/>
            </a:lvl6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  <a:p>
            <a:pPr lvl="5"/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참조내용">
    <p:bg>
      <p:bgPr>
        <a:gradFill flip="none"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0" y="624692"/>
            <a:ext cx="12192000" cy="5860249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245" b="1">
              <a:latin typeface="Verdana" pitchFamily="34" charset="0"/>
              <a:ea typeface="굴림" pitchFamily="50" charset="-127"/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5629378" y="6489702"/>
            <a:ext cx="873957" cy="3222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defRPr/>
            </a:pPr>
            <a:r>
              <a:rPr lang="en-US" altLang="ko-KR" sz="1494" b="1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t>- </a:t>
            </a:r>
            <a:fld id="{4C6A6E5E-BDE6-4777-94E5-EC50FA7A2EBF}" type="slidenum">
              <a:rPr lang="en-US" altLang="ko-KR" sz="1494" b="1" smtClean="0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pPr algn="ctr">
                <a:defRPr/>
              </a:pPr>
              <a:t>‹#›</a:t>
            </a:fld>
            <a:r>
              <a:rPr lang="en-US" altLang="ko-KR" sz="1494" b="1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t> -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4285" y="153909"/>
            <a:ext cx="11536445" cy="470780"/>
          </a:xfrm>
          <a:noFill/>
        </p:spPr>
        <p:txBody>
          <a:bodyPr anchor="ctr"/>
          <a:lstStyle>
            <a:lvl1pPr algn="l">
              <a:defRPr sz="25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0" y="624692"/>
            <a:ext cx="12180728" cy="58602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444500" marR="0" indent="-261938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+mj-lt"/>
              <a:buAutoNum type="arabicPeriod"/>
              <a:tabLst/>
              <a:defRPr sz="1000">
                <a:solidFill>
                  <a:schemeClr val="tx1"/>
                </a:solidFill>
                <a:latin typeface="+mn-lt"/>
              </a:defRPr>
            </a:lvl1pPr>
            <a:lvl2pPr marL="714375" marR="0" indent="-269875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+mj-lt"/>
              <a:buAutoNum type="arabicParenR"/>
              <a:tabLst/>
              <a:defRPr sz="1000" b="0">
                <a:latin typeface="+mn-lt"/>
              </a:defRPr>
            </a:lvl2pPr>
            <a:lvl3pPr marL="984250" marR="0" indent="-269875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 kumimoji="1" lang="ko-KR" altLang="en-US" sz="1000" dirty="0" smtClean="0">
                <a:solidFill>
                  <a:srgbClr val="0000FF"/>
                </a:solidFill>
                <a:latin typeface="+mn-lt"/>
                <a:ea typeface="+mn-ea"/>
              </a:defRPr>
            </a:lvl3pPr>
            <a:lvl4pPr marL="1254125" marR="0" indent="-269875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맑은 고딕" pitchFamily="50" charset="-127"/>
              <a:buChar char="▶"/>
              <a:tabLst/>
              <a:defRPr sz="1000">
                <a:latin typeface="+mn-lt"/>
              </a:defRPr>
            </a:lvl4pPr>
            <a:lvl5pPr marL="1524000" marR="0" indent="-269875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itchFamily="2" charset="2"/>
              <a:buChar char="n"/>
              <a:tabLst/>
              <a:defRPr sz="1000">
                <a:latin typeface="+mn-lt"/>
              </a:defRPr>
            </a:lvl5pPr>
            <a:lvl6pPr marL="1881188" indent="-269875">
              <a:buClrTx/>
              <a:buSzPct val="150000"/>
              <a:buFont typeface="맑은 고딕" panose="020B0503020000020004" pitchFamily="50" charset="-127"/>
              <a:buChar char="-"/>
              <a:defRPr sz="1000"/>
            </a:lvl6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5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0420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보고서 2C 서식">
    <p:bg>
      <p:bgPr>
        <a:gradFill flip="none"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0" y="624692"/>
            <a:ext cx="12192000" cy="5860249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245" b="1">
              <a:latin typeface="Verdana" pitchFamily="34" charset="0"/>
              <a:ea typeface="굴림" pitchFamily="50" charset="-127"/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5629378" y="6489702"/>
            <a:ext cx="873957" cy="3222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defRPr/>
            </a:pPr>
            <a:r>
              <a:rPr lang="en-US" altLang="ko-KR" sz="1494" b="1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t>- </a:t>
            </a:r>
            <a:fld id="{4C6A6E5E-BDE6-4777-94E5-EC50FA7A2EBF}" type="slidenum">
              <a:rPr lang="en-US" altLang="ko-KR" sz="1494" b="1" smtClean="0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pPr algn="ctr">
                <a:defRPr/>
              </a:pPr>
              <a:t>‹#›</a:t>
            </a:fld>
            <a:r>
              <a:rPr lang="en-US" altLang="ko-KR" sz="1494" b="1">
                <a:solidFill>
                  <a:schemeClr val="bg1">
                    <a:lumMod val="95000"/>
                  </a:schemeClr>
                </a:solidFill>
                <a:latin typeface="Verdana" pitchFamily="34" charset="0"/>
                <a:ea typeface="굴림" charset="-127"/>
              </a:rPr>
              <a:t> -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4285" y="153909"/>
            <a:ext cx="11547715" cy="470780"/>
          </a:xfrm>
          <a:noFill/>
        </p:spPr>
        <p:txBody>
          <a:bodyPr anchor="ctr"/>
          <a:lstStyle>
            <a:lvl1pPr algn="l">
              <a:defRPr sz="249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idx="1"/>
          </p:nvPr>
        </p:nvSpPr>
        <p:spPr bwMode="auto">
          <a:xfrm>
            <a:off x="0" y="624692"/>
            <a:ext cx="6071863" cy="58602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551382" marR="0" indent="-326087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Char char="1"/>
              <a:tabLst/>
              <a:defRPr sz="1369">
                <a:latin typeface="+mn-lt"/>
              </a:defRPr>
            </a:lvl1pPr>
            <a:lvl2pPr marL="778654" marR="0" indent="-227273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 sz="1245" b="1">
                <a:latin typeface="+mn-lt"/>
              </a:defRPr>
            </a:lvl2pPr>
            <a:lvl3pPr marL="1116598" marR="0" indent="-337944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 sz="1120">
                <a:solidFill>
                  <a:schemeClr val="tx1"/>
                </a:solidFill>
                <a:latin typeface="+mn-lt"/>
              </a:defRPr>
            </a:lvl3pPr>
            <a:lvl4pPr marL="1454541" marR="0" indent="-337944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맑은 고딕" pitchFamily="50" charset="-127"/>
              <a:buChar char="▶"/>
              <a:tabLst/>
              <a:defRPr sz="1120">
                <a:latin typeface="+mn-lt"/>
              </a:defRPr>
            </a:lvl4pPr>
            <a:lvl5pPr marL="1679837" marR="0" indent="-225296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itchFamily="2" charset="2"/>
              <a:buChar char="n"/>
              <a:tabLst/>
              <a:defRPr sz="1120">
                <a:latin typeface="+mn-lt"/>
              </a:defRPr>
            </a:lvl5pPr>
            <a:lvl6pPr marL="1893275" indent="-326087">
              <a:buClr>
                <a:srgbClr val="FF0000"/>
              </a:buClr>
              <a:buSzPct val="100000"/>
              <a:buFont typeface="맑은 고딕" pitchFamily="50" charset="-127"/>
              <a:buChar char="-"/>
              <a:defRPr/>
            </a:lvl6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  <a:p>
            <a:pPr lvl="5"/>
            <a:endParaRPr lang="ko-KR" alt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idx="10"/>
          </p:nvPr>
        </p:nvSpPr>
        <p:spPr bwMode="auto">
          <a:xfrm>
            <a:off x="6071863" y="624692"/>
            <a:ext cx="6108865" cy="58602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551382" marR="0" indent="-326087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Char char="1"/>
              <a:tabLst/>
              <a:defRPr sz="1369">
                <a:latin typeface="+mn-lt"/>
              </a:defRPr>
            </a:lvl1pPr>
            <a:lvl2pPr marL="778654" marR="0" indent="-227273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 sz="1245" b="1">
                <a:latin typeface="+mn-lt"/>
              </a:defRPr>
            </a:lvl2pPr>
            <a:lvl3pPr marL="1116598" marR="0" indent="-337944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 sz="1120">
                <a:solidFill>
                  <a:schemeClr val="tx1"/>
                </a:solidFill>
                <a:latin typeface="+mn-lt"/>
              </a:defRPr>
            </a:lvl3pPr>
            <a:lvl4pPr marL="1454541" marR="0" indent="-337944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맑은 고딕" pitchFamily="50" charset="-127"/>
              <a:buChar char="▶"/>
              <a:tabLst/>
              <a:defRPr sz="1120">
                <a:latin typeface="+mn-lt"/>
              </a:defRPr>
            </a:lvl4pPr>
            <a:lvl5pPr marL="1679837" marR="0" indent="-225296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itchFamily="2" charset="2"/>
              <a:buChar char="n"/>
              <a:tabLst/>
              <a:defRPr sz="1120">
                <a:latin typeface="+mn-lt"/>
              </a:defRPr>
            </a:lvl5pPr>
            <a:lvl6pPr marL="1893275" indent="-326087">
              <a:buClr>
                <a:srgbClr val="FF0000"/>
              </a:buClr>
              <a:buSzPct val="100000"/>
              <a:buFont typeface="맑은 고딕" pitchFamily="50" charset="-127"/>
              <a:buChar char="-"/>
              <a:defRPr/>
            </a:lvl6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  <a:p>
            <a:pPr lvl="5"/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보고서 2C 서식_2"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644284" y="896938"/>
            <a:ext cx="11274981" cy="55880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245" b="1">
              <a:latin typeface="Verdana" pitchFamily="34" charset="0"/>
              <a:ea typeface="굴림" pitchFamily="50" charset="-127"/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5629378" y="6489702"/>
            <a:ext cx="873957" cy="3222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defRPr/>
            </a:pPr>
            <a:r>
              <a:rPr lang="en-US" altLang="ko-KR" sz="1494" b="1">
                <a:latin typeface="Verdana" pitchFamily="34" charset="0"/>
                <a:ea typeface="굴림" charset="-127"/>
              </a:rPr>
              <a:t>- </a:t>
            </a:r>
            <a:fld id="{4C6A6E5E-BDE6-4777-94E5-EC50FA7A2EBF}" type="slidenum">
              <a:rPr lang="en-US" altLang="ko-KR" sz="1494" b="1" smtClean="0">
                <a:latin typeface="Verdana" pitchFamily="34" charset="0"/>
                <a:ea typeface="굴림" charset="-127"/>
              </a:rPr>
              <a:pPr algn="ctr">
                <a:defRPr/>
              </a:pPr>
              <a:t>‹#›</a:t>
            </a:fld>
            <a:r>
              <a:rPr lang="en-US" altLang="ko-KR" sz="1494" b="1">
                <a:latin typeface="Verdana" pitchFamily="34" charset="0"/>
                <a:ea typeface="굴림" charset="-127"/>
              </a:rPr>
              <a:t> -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4284" y="277814"/>
            <a:ext cx="11274981" cy="619000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ctr"/>
          <a:lstStyle>
            <a:lvl1pPr algn="l">
              <a:defRPr sz="2490"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idx="1"/>
          </p:nvPr>
        </p:nvSpPr>
        <p:spPr bwMode="auto">
          <a:xfrm>
            <a:off x="644284" y="899199"/>
            <a:ext cx="5622375" cy="5588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333992" marR="0" indent="-333992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Char char="1"/>
              <a:tabLst/>
              <a:defRPr sz="1494">
                <a:latin typeface="+mn-lt"/>
              </a:defRPr>
            </a:lvl1pPr>
            <a:lvl2pPr marL="551382" marR="0" indent="-213438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 sz="1245" b="1">
                <a:latin typeface="+mn-lt"/>
              </a:defRPr>
            </a:lvl2pPr>
            <a:lvl3pPr marL="1003950" marR="0" indent="-339920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 sz="1245">
                <a:solidFill>
                  <a:schemeClr val="tx1"/>
                </a:solidFill>
                <a:latin typeface="+mn-lt"/>
              </a:defRPr>
            </a:lvl3pPr>
            <a:lvl4pPr marL="1229245" marR="0" indent="-225296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맑은 고딕" pitchFamily="50" charset="-127"/>
              <a:buChar char="▶"/>
              <a:tabLst/>
              <a:defRPr sz="1245">
                <a:latin typeface="+mn-lt"/>
              </a:defRPr>
            </a:lvl4pPr>
            <a:lvl5pPr marL="1454541" marR="0" indent="-225296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itchFamily="2" charset="2"/>
              <a:buChar char="n"/>
              <a:tabLst/>
              <a:defRPr sz="1245">
                <a:latin typeface="+mn-lt"/>
              </a:defRPr>
            </a:lvl5pPr>
            <a:lvl6pPr marL="1893275" indent="-326087">
              <a:buClr>
                <a:srgbClr val="FF0000"/>
              </a:buClr>
              <a:buSzPct val="100000"/>
              <a:buFont typeface="맑은 고딕" pitchFamily="50" charset="-127"/>
              <a:buChar char="-"/>
              <a:defRPr/>
            </a:lvl6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  <a:p>
            <a:pPr lvl="5"/>
            <a:endParaRPr lang="ko-KR" alt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idx="10"/>
          </p:nvPr>
        </p:nvSpPr>
        <p:spPr bwMode="auto">
          <a:xfrm>
            <a:off x="6266660" y="899199"/>
            <a:ext cx="5652607" cy="5588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333992" marR="0" indent="-333992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Char char="1"/>
              <a:tabLst/>
              <a:defRPr sz="1494">
                <a:latin typeface="+mn-lt"/>
              </a:defRPr>
            </a:lvl1pPr>
            <a:lvl2pPr marL="551382" marR="0" indent="-213438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 sz="1245" b="1">
                <a:latin typeface="+mn-lt"/>
              </a:defRPr>
            </a:lvl2pPr>
            <a:lvl3pPr marL="1003950" marR="0" indent="-339920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 sz="1245">
                <a:solidFill>
                  <a:schemeClr val="tx1"/>
                </a:solidFill>
                <a:latin typeface="+mn-lt"/>
              </a:defRPr>
            </a:lvl3pPr>
            <a:lvl4pPr marL="1116598" marR="0" indent="-225296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맑은 고딕" pitchFamily="50" charset="-127"/>
              <a:buChar char="▶"/>
              <a:tabLst/>
              <a:defRPr sz="1245">
                <a:latin typeface="+mn-lt"/>
              </a:defRPr>
            </a:lvl4pPr>
            <a:lvl5pPr marL="1341894" marR="0" indent="-225296" algn="l" defTabSz="286561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Wingdings" pitchFamily="2" charset="2"/>
              <a:buChar char="n"/>
              <a:tabLst>
                <a:tab pos="1454541" algn="l"/>
              </a:tabLst>
              <a:defRPr sz="1245">
                <a:latin typeface="+mn-lt"/>
              </a:defRPr>
            </a:lvl5pPr>
            <a:lvl6pPr marL="1893275" indent="-326087">
              <a:buClr>
                <a:srgbClr val="FF0000"/>
              </a:buClr>
              <a:buSzPct val="100000"/>
              <a:buFont typeface="맑은 고딕" pitchFamily="50" charset="-127"/>
              <a:buChar char="-"/>
              <a:defRPr/>
            </a:lvl6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  <a:p>
            <a:pPr lvl="5"/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보고서 양식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2CF579-7F00-4ABF-8155-669E6067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6237" y="6608764"/>
            <a:ext cx="1435470" cy="25071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362E212-058E-4602-97BE-292ABAD69DE2}" type="datetime1">
              <a:rPr lang="ko-KR" altLang="en-US" smtClean="0"/>
              <a:t>2026-06-04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DB543C-E923-4B8D-9D24-E58175C80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239" y="6607281"/>
            <a:ext cx="1079023" cy="242210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r>
              <a:rPr lang="en-US" altLang="ko-KR"/>
              <a:t>-  </a:t>
            </a:r>
            <a:fld id="{3E432207-6E56-4750-A230-344C17ABAC94}" type="slidenum">
              <a:rPr lang="ko-KR" altLang="en-US" smtClean="0"/>
              <a:pPr/>
              <a:t>‹#›</a:t>
            </a:fld>
            <a:r>
              <a:rPr lang="ko-KR" altLang="en-US"/>
              <a:t> 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3"/>
          </p:nvPr>
        </p:nvSpPr>
        <p:spPr>
          <a:xfrm>
            <a:off x="376238" y="877077"/>
            <a:ext cx="11503025" cy="5730203"/>
          </a:xfrm>
          <a:prstGeom prst="rect">
            <a:avLst/>
          </a:prstGeom>
        </p:spPr>
        <p:txBody>
          <a:bodyPr/>
          <a:lstStyle>
            <a:lvl1pPr marL="444500" indent="-358775">
              <a:lnSpc>
                <a:spcPts val="1800"/>
              </a:lnSpc>
              <a:buFont typeface="맑은 고딕" panose="020B0503020000020004" pitchFamily="50" charset="-127"/>
              <a:buChar char="▣"/>
              <a:defRPr sz="1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7550" indent="-273050">
              <a:lnSpc>
                <a:spcPts val="1800"/>
              </a:lnSpc>
              <a:buFont typeface="+mj-lt"/>
              <a:buAutoNum type="arabicPeriod"/>
              <a:defRPr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96938" indent="-179388">
              <a:lnSpc>
                <a:spcPts val="1800"/>
              </a:lnSpc>
              <a:buFont typeface="+mj-lt"/>
              <a:buAutoNum type="arabicParenR"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76325" indent="-179388">
              <a:lnSpc>
                <a:spcPts val="1800"/>
              </a:lnSpc>
              <a:buFont typeface="맑은 고딕" panose="020B0503020000020004" pitchFamily="50" charset="-127"/>
              <a:buChar char="▶"/>
              <a:defRPr sz="110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255713" indent="-179388">
              <a:lnSpc>
                <a:spcPts val="1800"/>
              </a:lnSpc>
              <a:buFont typeface="맑은 고딕" panose="020B0503020000020004" pitchFamily="50" charset="-127"/>
              <a:buChar char="▷"/>
              <a:tabLst>
                <a:tab pos="358775" algn="l"/>
              </a:tabLst>
              <a:defRPr sz="100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793875" indent="-273050">
              <a:defRPr sz="1000">
                <a:solidFill>
                  <a:schemeClr val="bg1"/>
                </a:solidFill>
              </a:defRPr>
            </a:lvl6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5"/>
            <a:endParaRPr lang="en-US" altLang="ko-KR" dirty="0"/>
          </a:p>
          <a:p>
            <a:pPr lvl="5"/>
            <a:endParaRPr lang="ko-KR" altLang="en-US" dirty="0"/>
          </a:p>
        </p:txBody>
      </p:sp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76237" y="91343"/>
            <a:ext cx="11503025" cy="651825"/>
          </a:xfrm>
          <a:prstGeom prst="rect">
            <a:avLst/>
          </a:prstGeom>
          <a:ln w="9525">
            <a:noFill/>
          </a:ln>
        </p:spPr>
        <p:txBody>
          <a:bodyPr anchor="b"/>
          <a:lstStyle>
            <a:lvl1pPr>
              <a:defRPr sz="2500" b="1">
                <a:solidFill>
                  <a:srgbClr val="003399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61274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3A86E-0515-40E7-BDB4-0A699328BF40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30E15-F792-487B-836C-2633BDF73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96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(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0727" y="194211"/>
            <a:ext cx="11295019" cy="600549"/>
          </a:xfrm>
        </p:spPr>
        <p:txBody>
          <a:bodyPr/>
          <a:lstStyle>
            <a:lvl1pPr>
              <a:defRPr b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0727" y="891750"/>
            <a:ext cx="11295019" cy="5829726"/>
          </a:xfrm>
        </p:spPr>
        <p:txBody>
          <a:bodyPr/>
          <a:lstStyle>
            <a:lvl1pPr marL="444500" indent="-444500">
              <a:lnSpc>
                <a:spcPct val="100000"/>
              </a:lnSpc>
              <a:buFont typeface="바탕체" panose="02030609000101010101" pitchFamily="17" charset="-127"/>
              <a:buChar char="▣"/>
              <a:tabLst>
                <a:tab pos="179388" algn="l"/>
              </a:tabLst>
              <a:defRPr sz="1200" b="1">
                <a:solidFill>
                  <a:srgbClr val="FFFF00"/>
                </a:solidFill>
              </a:defRPr>
            </a:lvl1pPr>
            <a:lvl2pPr marL="685800" indent="-228600">
              <a:lnSpc>
                <a:spcPct val="100000"/>
              </a:lnSpc>
              <a:buSzPct val="100000"/>
              <a:buFont typeface="+mj-lt"/>
              <a:buAutoNum type="arabicPeriod"/>
              <a:defRPr sz="1100"/>
            </a:lvl2pPr>
            <a:lvl3pPr marL="990600" indent="-276225">
              <a:lnSpc>
                <a:spcPct val="100000"/>
              </a:lnSpc>
              <a:buFont typeface="+mj-lt"/>
              <a:buAutoNum type="arabicParenR"/>
              <a:defRPr sz="1000"/>
            </a:lvl3pPr>
            <a:lvl4pPr marL="1257300" indent="-266700">
              <a:lnSpc>
                <a:spcPct val="100000"/>
              </a:lnSpc>
              <a:buSzPct val="80000"/>
              <a:buFont typeface="맑은 고딕" panose="020B0503020000020004" pitchFamily="50" charset="-127"/>
              <a:buChar char="▶"/>
              <a:defRPr sz="1000"/>
            </a:lvl4pPr>
            <a:lvl5pPr marL="1524000" indent="-266700">
              <a:lnSpc>
                <a:spcPct val="100000"/>
              </a:lnSpc>
              <a:buSzPct val="80000"/>
              <a:buFont typeface="맑은 고딕" panose="020B0503020000020004" pitchFamily="50" charset="-127"/>
              <a:buChar char="▷"/>
              <a:defRPr sz="1000"/>
            </a:lvl5pPr>
            <a:lvl6pPr marL="1700213" indent="-179388">
              <a:buFont typeface="Arial" panose="020B0604020202020204" pitchFamily="34" charset="0"/>
              <a:buChar char="•"/>
              <a:defRPr sz="900"/>
            </a:lvl6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5"/>
            <a:endParaRPr lang="ko-KR" altLang="en-US" dirty="0"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6BF23953-FDB2-F6DB-978B-6EF938F5F22D}"/>
              </a:ext>
            </a:extLst>
          </p:cNvPr>
          <p:cNvSpPr/>
          <p:nvPr userDrawn="1"/>
        </p:nvSpPr>
        <p:spPr>
          <a:xfrm>
            <a:off x="600726" y="820395"/>
            <a:ext cx="11295019" cy="45719"/>
          </a:xfrm>
          <a:custGeom>
            <a:avLst/>
            <a:gdLst/>
            <a:ahLst/>
            <a:cxnLst/>
            <a:rect l="l" t="t" r="r" b="b"/>
            <a:pathLst>
              <a:path w="4925695">
                <a:moveTo>
                  <a:pt x="0" y="0"/>
                </a:moveTo>
                <a:lnTo>
                  <a:pt x="4925186" y="0"/>
                </a:lnTo>
              </a:path>
            </a:pathLst>
          </a:custGeom>
          <a:ln w="57150">
            <a:solidFill>
              <a:srgbClr val="00C6FC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819809" y="6511559"/>
            <a:ext cx="10759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Confidential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63376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(중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0727" y="194211"/>
            <a:ext cx="11295019" cy="600549"/>
          </a:xfrm>
        </p:spPr>
        <p:txBody>
          <a:bodyPr/>
          <a:lstStyle>
            <a:lvl1pPr>
              <a:defRPr b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0727" y="891750"/>
            <a:ext cx="11295019" cy="5829726"/>
          </a:xfrm>
        </p:spPr>
        <p:txBody>
          <a:bodyPr/>
          <a:lstStyle>
            <a:lvl1pPr marL="444500" indent="-444500">
              <a:lnSpc>
                <a:spcPct val="150000"/>
              </a:lnSpc>
              <a:buFont typeface="바탕체" panose="02030609000101010101" pitchFamily="17" charset="-127"/>
              <a:buChar char="▣"/>
              <a:tabLst>
                <a:tab pos="179388" algn="l"/>
              </a:tabLst>
              <a:defRPr sz="1500" b="1">
                <a:solidFill>
                  <a:srgbClr val="FFFF00"/>
                </a:solidFill>
              </a:defRPr>
            </a:lvl1pPr>
            <a:lvl2pPr marL="685800" indent="-228600">
              <a:lnSpc>
                <a:spcPct val="150000"/>
              </a:lnSpc>
              <a:buSzPct val="80000"/>
              <a:buFont typeface="Wingdings" panose="05000000000000000000" pitchFamily="2" charset="2"/>
              <a:buChar char="l"/>
              <a:defRPr sz="1300"/>
            </a:lvl2pPr>
            <a:lvl3pPr marL="990600" indent="-276225">
              <a:lnSpc>
                <a:spcPct val="150000"/>
              </a:lnSpc>
              <a:buFont typeface="Wingdings" panose="05000000000000000000" pitchFamily="2" charset="2"/>
              <a:buChar char="§"/>
              <a:defRPr sz="1200"/>
            </a:lvl3pPr>
            <a:lvl4pPr marL="1257300" indent="-266700">
              <a:lnSpc>
                <a:spcPct val="150000"/>
              </a:lnSpc>
              <a:buSzPct val="80000"/>
              <a:buFont typeface="맑은 고딕" panose="020B0503020000020004" pitchFamily="50" charset="-127"/>
              <a:buChar char="▶"/>
              <a:defRPr sz="1100"/>
            </a:lvl4pPr>
            <a:lvl5pPr marL="1524000" indent="-266700">
              <a:lnSpc>
                <a:spcPct val="150000"/>
              </a:lnSpc>
              <a:buSzPct val="80000"/>
              <a:buFont typeface="맑은 고딕" panose="020B0503020000020004" pitchFamily="50" charset="-127"/>
              <a:buChar char="▷"/>
              <a:defRPr sz="11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6BF23953-FDB2-F6DB-978B-6EF938F5F22D}"/>
              </a:ext>
            </a:extLst>
          </p:cNvPr>
          <p:cNvSpPr/>
          <p:nvPr userDrawn="1"/>
        </p:nvSpPr>
        <p:spPr>
          <a:xfrm>
            <a:off x="600726" y="820395"/>
            <a:ext cx="11295019" cy="45719"/>
          </a:xfrm>
          <a:custGeom>
            <a:avLst/>
            <a:gdLst/>
            <a:ahLst/>
            <a:cxnLst/>
            <a:rect l="l" t="t" r="r" b="b"/>
            <a:pathLst>
              <a:path w="4925695">
                <a:moveTo>
                  <a:pt x="0" y="0"/>
                </a:moveTo>
                <a:lnTo>
                  <a:pt x="4925186" y="0"/>
                </a:lnTo>
              </a:path>
            </a:pathLst>
          </a:custGeom>
          <a:ln w="57150">
            <a:solidFill>
              <a:srgbClr val="00C6FC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819809" y="6511559"/>
            <a:ext cx="10759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Confidential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73211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r 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0727" y="194211"/>
            <a:ext cx="11295019" cy="600549"/>
          </a:xfrm>
        </p:spPr>
        <p:txBody>
          <a:bodyPr/>
          <a:lstStyle>
            <a:lvl1pPr>
              <a:defRPr b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0727" y="891750"/>
            <a:ext cx="11295019" cy="5829726"/>
          </a:xfrm>
        </p:spPr>
        <p:txBody>
          <a:bodyPr/>
          <a:lstStyle>
            <a:lvl1pPr marL="444500" indent="-444500">
              <a:lnSpc>
                <a:spcPct val="150000"/>
              </a:lnSpc>
              <a:buFont typeface="바탕체" panose="02030609000101010101" pitchFamily="17" charset="-127"/>
              <a:buChar char="▣"/>
              <a:tabLst>
                <a:tab pos="179388" algn="l"/>
              </a:tabLst>
              <a:defRPr sz="2000" b="1">
                <a:solidFill>
                  <a:srgbClr val="FFFF00"/>
                </a:solidFill>
              </a:defRPr>
            </a:lvl1pPr>
            <a:lvl2pPr marL="685800" indent="-228600">
              <a:lnSpc>
                <a:spcPct val="150000"/>
              </a:lnSpc>
              <a:buSzPct val="80000"/>
              <a:buFont typeface="Wingdings" panose="05000000000000000000" pitchFamily="2" charset="2"/>
              <a:buChar char="l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§"/>
              <a:defRPr sz="1600"/>
            </a:lvl3pPr>
            <a:lvl4pPr marL="1600200" indent="-228600">
              <a:lnSpc>
                <a:spcPct val="150000"/>
              </a:lnSpc>
              <a:buFont typeface="맑은 고딕" panose="020B0503020000020004" pitchFamily="50" charset="-127"/>
              <a:buChar char="▶"/>
              <a:defRPr sz="1400"/>
            </a:lvl4pPr>
            <a:lvl5pPr marL="2057400" indent="-228600">
              <a:lnSpc>
                <a:spcPct val="150000"/>
              </a:lnSpc>
              <a:buFont typeface="맑은 고딕" panose="020B0503020000020004" pitchFamily="50" charset="-127"/>
              <a:buChar char="▷"/>
              <a:defRPr sz="12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6BF23953-FDB2-F6DB-978B-6EF938F5F22D}"/>
              </a:ext>
            </a:extLst>
          </p:cNvPr>
          <p:cNvSpPr/>
          <p:nvPr userDrawn="1"/>
        </p:nvSpPr>
        <p:spPr>
          <a:xfrm>
            <a:off x="600726" y="820395"/>
            <a:ext cx="11295019" cy="45719"/>
          </a:xfrm>
          <a:custGeom>
            <a:avLst/>
            <a:gdLst/>
            <a:ahLst/>
            <a:cxnLst/>
            <a:rect l="l" t="t" r="r" b="b"/>
            <a:pathLst>
              <a:path w="4925695">
                <a:moveTo>
                  <a:pt x="0" y="0"/>
                </a:moveTo>
                <a:lnTo>
                  <a:pt x="4925186" y="0"/>
                </a:lnTo>
              </a:path>
            </a:pathLst>
          </a:custGeom>
          <a:ln w="57150">
            <a:solidFill>
              <a:srgbClr val="00C6FC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0819809" y="6511559"/>
            <a:ext cx="10759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Confidential</a:t>
            </a:r>
            <a:endParaRPr lang="ko-KR" altLang="en-US" sz="1200" dirty="0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6BF23953-FDB2-F6DB-978B-6EF938F5F22D}"/>
              </a:ext>
            </a:extLst>
          </p:cNvPr>
          <p:cNvSpPr/>
          <p:nvPr userDrawn="1"/>
        </p:nvSpPr>
        <p:spPr>
          <a:xfrm>
            <a:off x="600726" y="6747112"/>
            <a:ext cx="11295019" cy="0"/>
          </a:xfrm>
          <a:custGeom>
            <a:avLst/>
            <a:gdLst/>
            <a:ahLst/>
            <a:cxnLst/>
            <a:rect l="l" t="t" r="r" b="b"/>
            <a:pathLst>
              <a:path w="4925695">
                <a:moveTo>
                  <a:pt x="0" y="0"/>
                </a:moveTo>
                <a:lnTo>
                  <a:pt x="4925186" y="0"/>
                </a:lnTo>
              </a:path>
            </a:pathLst>
          </a:custGeom>
          <a:ln w="12700">
            <a:solidFill>
              <a:srgbClr val="00C6FC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81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65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11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689765" y="277816"/>
            <a:ext cx="10229501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4284" y="1003300"/>
            <a:ext cx="11274981" cy="548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9" r:id="rId1"/>
    <p:sldLayoutId id="2147484600" r:id="rId2"/>
    <p:sldLayoutId id="2147484601" r:id="rId3"/>
    <p:sldLayoutId id="2147484603" r:id="rId4"/>
    <p:sldLayoutId id="2147484607" r:id="rId5"/>
    <p:sldLayoutId id="2147484608" r:id="rId6"/>
    <p:sldLayoutId id="2147484605" r:id="rId7"/>
    <p:sldLayoutId id="2147484602" r:id="rId8"/>
    <p:sldLayoutId id="2147484609" r:id="rId9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Arial" charset="0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Arial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Arial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Arial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Arial" charset="0"/>
          <a:ea typeface="굴림" pitchFamily="50" charset="-127"/>
        </a:defRPr>
      </a:lvl5pPr>
      <a:lvl6pPr marL="569168" algn="l" rtl="0" fontAlgn="base" latinLnBrk="1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Verdana" pitchFamily="34" charset="0"/>
          <a:ea typeface="굴림" pitchFamily="50" charset="-127"/>
        </a:defRPr>
      </a:lvl6pPr>
      <a:lvl7pPr marL="1138337" algn="l" rtl="0" fontAlgn="base" latinLnBrk="1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Verdana" pitchFamily="34" charset="0"/>
          <a:ea typeface="굴림" pitchFamily="50" charset="-127"/>
        </a:defRPr>
      </a:lvl7pPr>
      <a:lvl8pPr marL="1707505" algn="l" rtl="0" fontAlgn="base" latinLnBrk="1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Verdana" pitchFamily="34" charset="0"/>
          <a:ea typeface="굴림" pitchFamily="50" charset="-127"/>
        </a:defRPr>
      </a:lvl8pPr>
      <a:lvl9pPr marL="2276673" algn="l" rtl="0" fontAlgn="base" latinLnBrk="1">
        <a:spcBef>
          <a:spcPct val="0"/>
        </a:spcBef>
        <a:spcAft>
          <a:spcPct val="0"/>
        </a:spcAft>
        <a:defRPr kumimoji="1" sz="2988" b="1">
          <a:solidFill>
            <a:schemeClr val="tx2"/>
          </a:solidFill>
          <a:latin typeface="Verdana" pitchFamily="34" charset="0"/>
          <a:ea typeface="굴림" pitchFamily="50" charset="-127"/>
        </a:defRPr>
      </a:lvl9pPr>
    </p:titleStyle>
    <p:bodyStyle>
      <a:lvl1pPr marL="333992" indent="-333992" algn="l" defTabSz="286561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1"/>
        <a:defRPr kumimoji="1" sz="1992" b="1">
          <a:solidFill>
            <a:srgbClr val="990000"/>
          </a:solidFill>
          <a:latin typeface="+mn-lt"/>
          <a:ea typeface="+mn-ea"/>
          <a:cs typeface="+mn-cs"/>
        </a:defRPr>
      </a:lvl1pPr>
      <a:lvl2pPr marL="818179" indent="-260869" algn="l" defTabSz="286561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1369">
          <a:solidFill>
            <a:schemeClr val="tx1"/>
          </a:solidFill>
          <a:latin typeface="+mn-lt"/>
          <a:ea typeface="+mn-ea"/>
        </a:defRPr>
      </a:lvl2pPr>
      <a:lvl3pPr marL="1235175" indent="-237153" algn="l" defTabSz="286561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AutoNum type="arabicParenR"/>
        <a:defRPr kumimoji="1" sz="1369">
          <a:solidFill>
            <a:schemeClr val="folHlink"/>
          </a:solidFill>
          <a:latin typeface="+mn-lt"/>
          <a:ea typeface="+mn-ea"/>
        </a:defRPr>
      </a:lvl3pPr>
      <a:lvl4pPr marL="1683789" indent="-237153" algn="l" defTabSz="286561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1369">
          <a:solidFill>
            <a:schemeClr val="folHlink"/>
          </a:solidFill>
          <a:latin typeface="+mn-lt"/>
          <a:ea typeface="+mn-ea"/>
        </a:defRPr>
      </a:lvl4pPr>
      <a:lvl5pPr marL="2132405" indent="-237153" algn="l" defTabSz="286561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369">
          <a:solidFill>
            <a:schemeClr val="folHlink"/>
          </a:solidFill>
          <a:latin typeface="+mn-lt"/>
          <a:ea typeface="+mn-ea"/>
        </a:defRPr>
      </a:lvl5pPr>
      <a:lvl6pPr marL="2691692" indent="-2272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245">
          <a:solidFill>
            <a:schemeClr val="folHlink"/>
          </a:solidFill>
          <a:latin typeface="+mn-lt"/>
          <a:ea typeface="+mn-ea"/>
        </a:defRPr>
      </a:lvl6pPr>
      <a:lvl7pPr marL="3260860" indent="-2272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245">
          <a:solidFill>
            <a:schemeClr val="folHlink"/>
          </a:solidFill>
          <a:latin typeface="+mn-lt"/>
          <a:ea typeface="+mn-ea"/>
        </a:defRPr>
      </a:lvl7pPr>
      <a:lvl8pPr marL="3830028" indent="-2272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245">
          <a:solidFill>
            <a:schemeClr val="folHlink"/>
          </a:solidFill>
          <a:latin typeface="+mn-lt"/>
          <a:ea typeface="+mn-ea"/>
        </a:defRPr>
      </a:lvl8pPr>
      <a:lvl9pPr marL="4399196" indent="-2272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245">
          <a:solidFill>
            <a:schemeClr val="folHlink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1pPr>
      <a:lvl2pPr marL="569168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2pPr>
      <a:lvl3pPr marL="1138337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3pPr>
      <a:lvl4pPr marL="1707505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4pPr>
      <a:lvl5pPr marL="2276673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5pPr>
      <a:lvl6pPr marL="2845841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6pPr>
      <a:lvl7pPr marL="3415010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7pPr>
      <a:lvl8pPr marL="3984178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8pPr>
      <a:lvl9pPr marL="4553346" algn="l" defTabSz="1138337" rtl="0" eaLnBrk="1" latinLnBrk="1" hangingPunct="1">
        <a:defRPr sz="2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1057546" cy="75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119500"/>
            <a:ext cx="11057546" cy="560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30E15-F792-487B-836C-2633BDF73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408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611" r:id="rId1"/>
    <p:sldLayoutId id="2147484616" r:id="rId2"/>
    <p:sldLayoutId id="2147484612" r:id="rId3"/>
    <p:sldLayoutId id="2147484613" r:id="rId4"/>
    <p:sldLayoutId id="2147484614" r:id="rId5"/>
    <p:sldLayoutId id="2147484615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accent4">
              <a:lumMod val="60000"/>
              <a:lumOff val="40000"/>
            </a:schemeClr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RAG Pipeline</a:t>
            </a:r>
            <a:r>
              <a:rPr lang="ko-KR" altLang="en-US" dirty="0"/>
              <a:t> </a:t>
            </a:r>
            <a:r>
              <a:rPr lang="en-US" altLang="ko-KR" dirty="0"/>
              <a:t>Manager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2739" dirty="0"/>
              <a:t>---  </a:t>
            </a:r>
            <a:r>
              <a:rPr lang="en-US" altLang="ko-KR" sz="2739" dirty="0" err="1"/>
              <a:t>Semics</a:t>
            </a:r>
            <a:r>
              <a:rPr lang="en-US" altLang="ko-KR" sz="2739" dirty="0"/>
              <a:t> </a:t>
            </a:r>
            <a:r>
              <a:rPr lang="ko-KR" altLang="en-US" sz="2739" dirty="0"/>
              <a:t> </a:t>
            </a:r>
            <a:r>
              <a:rPr lang="en-US" altLang="ko-KR" sz="2739" dirty="0"/>
              <a:t>AMP</a:t>
            </a:r>
            <a:r>
              <a:rPr lang="ko-KR" altLang="en-US" sz="2739" dirty="0"/>
              <a:t> </a:t>
            </a:r>
            <a:r>
              <a:rPr lang="en-US" altLang="ko-KR" sz="2739" dirty="0"/>
              <a:t>2</a:t>
            </a:r>
            <a:r>
              <a:rPr lang="ko-KR" altLang="en-US" sz="2739" dirty="0"/>
              <a:t>기  </a:t>
            </a:r>
            <a:r>
              <a:rPr lang="en-US" altLang="ko-KR" sz="2739" dirty="0"/>
              <a:t>---</a:t>
            </a:r>
            <a:endParaRPr lang="ko-KR" altLang="en-US" sz="2739" dirty="0"/>
          </a:p>
        </p:txBody>
      </p:sp>
      <p:sp>
        <p:nvSpPr>
          <p:cNvPr id="10" name="부제목 9"/>
          <p:cNvSpPr>
            <a:spLocks noGrp="1"/>
          </p:cNvSpPr>
          <p:nvPr>
            <p:ph type="subTitle" idx="1"/>
          </p:nvPr>
        </p:nvSpPr>
        <p:spPr>
          <a:xfrm>
            <a:off x="1920997" y="4325453"/>
            <a:ext cx="9355962" cy="2298476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June.10</a:t>
            </a:r>
            <a:r>
              <a:rPr lang="en-US" altLang="ko-KR" baseline="30000" dirty="0">
                <a:solidFill>
                  <a:schemeClr val="tx1"/>
                </a:solidFill>
              </a:rPr>
              <a:t>th</a:t>
            </a:r>
            <a:r>
              <a:rPr lang="en-US" altLang="ko-KR" dirty="0">
                <a:solidFill>
                  <a:schemeClr val="tx1"/>
                </a:solidFill>
              </a:rPr>
              <a:t>.2026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kslee@semics.com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56C52-5560-4C95-EDFC-9579D2EB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r>
              <a:rPr lang="ko-KR" altLang="en-US" dirty="0"/>
              <a:t> </a:t>
            </a:r>
            <a:r>
              <a:rPr lang="en-US" altLang="ko-KR" dirty="0"/>
              <a:t>Pipeline</a:t>
            </a:r>
            <a:r>
              <a:rPr lang="ko-KR" altLang="en-US" dirty="0"/>
              <a:t> </a:t>
            </a:r>
            <a:r>
              <a:rPr lang="en-US" altLang="ko-KR" dirty="0"/>
              <a:t>Manager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FD0634-9DB8-63B4-FF92-C5FE399E9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225425"/>
            <a:r>
              <a:rPr lang="en-US" altLang="ko-KR" dirty="0"/>
              <a:t>RAG(Retrieval-Augmented Generation) </a:t>
            </a:r>
            <a:r>
              <a:rPr lang="ko-KR" altLang="en-US" dirty="0"/>
              <a:t>검색 증강 생성이란</a:t>
            </a:r>
            <a:r>
              <a:rPr lang="en-US" altLang="ko-KR" dirty="0"/>
              <a:t>?</a:t>
            </a:r>
          </a:p>
          <a:p>
            <a:pPr lvl="1" defTabSz="225425"/>
            <a:r>
              <a:rPr lang="en-US" altLang="ko-KR" dirty="0"/>
              <a:t>Local LLM(Large Language Model)</a:t>
            </a:r>
            <a:r>
              <a:rPr lang="ko-KR" altLang="en-US" dirty="0"/>
              <a:t>을 구축하여 우리가 가지고 있는 문서를 제공하면 그 문서를 검색해서 더 정확하고 향상된 답변을 생성해주는 기능임</a:t>
            </a:r>
            <a:r>
              <a:rPr lang="en-US" altLang="ko-KR" dirty="0"/>
              <a:t>.</a:t>
            </a:r>
          </a:p>
          <a:p>
            <a:pPr lvl="1" defTabSz="225425"/>
            <a:r>
              <a:rPr lang="ko-KR" altLang="en-US" dirty="0"/>
              <a:t>사용 용도 </a:t>
            </a:r>
            <a:r>
              <a:rPr lang="en-US" altLang="ko-KR" dirty="0"/>
              <a:t>: </a:t>
            </a:r>
            <a:r>
              <a:rPr lang="ko-KR" altLang="en-US" dirty="0"/>
              <a:t>제가 보유하고 있는 </a:t>
            </a:r>
            <a:r>
              <a:rPr lang="en-US" altLang="ko-KR" dirty="0"/>
              <a:t>Memory Testing Algorithm </a:t>
            </a:r>
            <a:r>
              <a:rPr lang="ko-KR" altLang="en-US" dirty="0"/>
              <a:t>문서와 </a:t>
            </a:r>
            <a:r>
              <a:rPr lang="en-US" altLang="ko-KR" dirty="0"/>
              <a:t>Pattern Language Manual</a:t>
            </a:r>
            <a:r>
              <a:rPr lang="ko-KR" altLang="en-US" dirty="0"/>
              <a:t> 문서를 </a:t>
            </a:r>
            <a:r>
              <a:rPr lang="en-US" altLang="ko-KR" dirty="0"/>
              <a:t>LLM</a:t>
            </a:r>
            <a:r>
              <a:rPr lang="ko-KR" altLang="en-US" dirty="0"/>
              <a:t>에 입력하여 </a:t>
            </a:r>
            <a:r>
              <a:rPr lang="en-US" altLang="ko-KR" dirty="0"/>
              <a:t>LLM</a:t>
            </a:r>
            <a:r>
              <a:rPr lang="ko-KR" altLang="en-US" dirty="0"/>
              <a:t>에서 해당 문서를 </a:t>
            </a:r>
            <a:r>
              <a:rPr lang="en-US" altLang="ko-KR" dirty="0"/>
              <a:t>base</a:t>
            </a:r>
            <a:r>
              <a:rPr lang="ko-KR" altLang="en-US" dirty="0"/>
              <a:t>로 하여 내가 원한 </a:t>
            </a:r>
            <a:r>
              <a:rPr lang="en-US" altLang="ko-KR" dirty="0"/>
              <a:t>Test Pattern</a:t>
            </a:r>
            <a:r>
              <a:rPr lang="ko-KR" altLang="en-US" dirty="0"/>
              <a:t>을 생성시키도록 하기위해 우선 문서를 등록하여 인식시키는 프로그램을 구축하였음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defTabSz="225425"/>
            <a:r>
              <a:rPr lang="ko-KR" altLang="en-US" dirty="0"/>
              <a:t>프로젝트 개요</a:t>
            </a:r>
            <a:endParaRPr lang="en-US" altLang="ko-KR" dirty="0"/>
          </a:p>
          <a:p>
            <a:pPr marL="457200" lvl="1" indent="0" defTabSz="225425">
              <a:buNone/>
            </a:pPr>
            <a:r>
              <a:rPr lang="ko-KR" altLang="en-US" dirty="0"/>
              <a:t>본 프로젝트는 </a:t>
            </a:r>
            <a:r>
              <a:rPr lang="en-US" altLang="ko-KR" dirty="0"/>
              <a:t>PDF </a:t>
            </a:r>
            <a:r>
              <a:rPr lang="ko-KR" altLang="en-US" dirty="0"/>
              <a:t>문서를 자동으로 분류</a:t>
            </a:r>
            <a:r>
              <a:rPr lang="en-US" altLang="ko-KR" dirty="0"/>
              <a:t>·</a:t>
            </a:r>
            <a:r>
              <a:rPr lang="ko-KR" altLang="en-US" dirty="0"/>
              <a:t>분석한 뒤 최적의 </a:t>
            </a:r>
            <a:r>
              <a:rPr lang="en-US" altLang="ko-KR" dirty="0"/>
              <a:t>OCR </a:t>
            </a:r>
            <a:r>
              <a:rPr lang="ko-KR" altLang="en-US" dirty="0"/>
              <a:t>전략을 선택하여 텍스트를 추출하고</a:t>
            </a:r>
            <a:r>
              <a:rPr lang="en-US" altLang="ko-KR" dirty="0"/>
              <a:t>, </a:t>
            </a:r>
            <a:r>
              <a:rPr lang="ko-KR" altLang="en-US" dirty="0"/>
              <a:t>추출된 텍스트를 </a:t>
            </a:r>
            <a:r>
              <a:rPr lang="en-US" altLang="ko-KR" dirty="0" err="1"/>
              <a:t>AnythingLLM</a:t>
            </a:r>
            <a:r>
              <a:rPr lang="ko-KR" altLang="en-US" dirty="0"/>
              <a:t>에 등록함으로써 문서를 검색 가능한 상태로 만드는 것을 목표로 합니다</a:t>
            </a:r>
            <a:r>
              <a:rPr lang="en-US" altLang="ko-KR" dirty="0"/>
              <a:t>.</a:t>
            </a:r>
          </a:p>
          <a:p>
            <a:pPr lvl="1" defTabSz="225425"/>
            <a:r>
              <a:rPr lang="ko-KR" altLang="en-US" dirty="0"/>
              <a:t>실행 환경</a:t>
            </a:r>
            <a:r>
              <a:rPr lang="en-US" altLang="ko-KR" dirty="0"/>
              <a:t>			: Windows </a:t>
            </a:r>
            <a:r>
              <a:rPr lang="ko-KR" altLang="en-US" dirty="0"/>
              <a:t>로컬 </a:t>
            </a:r>
          </a:p>
          <a:p>
            <a:pPr lvl="1" defTabSz="225425"/>
            <a:r>
              <a:rPr lang="ko-KR" altLang="en-US" dirty="0"/>
              <a:t>주요 기술 스택</a:t>
            </a:r>
            <a:r>
              <a:rPr lang="en-US" altLang="ko-KR" dirty="0"/>
              <a:t>		: Python, SQLite, Tesseract OCR, OpenCV, </a:t>
            </a:r>
            <a:r>
              <a:rPr lang="en-US" altLang="ko-KR" dirty="0" err="1"/>
              <a:t>pdfplumber</a:t>
            </a:r>
            <a:r>
              <a:rPr lang="en-US" altLang="ko-KR" dirty="0"/>
              <a:t>, pypdfium2, </a:t>
            </a:r>
            <a:r>
              <a:rPr lang="en-US" altLang="ko-KR" dirty="0" err="1"/>
              <a:t>Streamlit</a:t>
            </a:r>
            <a:r>
              <a:rPr lang="en-US" altLang="ko-KR" dirty="0"/>
              <a:t>, </a:t>
            </a:r>
            <a:r>
              <a:rPr lang="en-US" altLang="ko-KR" dirty="0" err="1"/>
              <a:t>AnythingLLM</a:t>
            </a:r>
            <a:r>
              <a:rPr lang="en-US" altLang="ko-KR" dirty="0"/>
              <a:t> </a:t>
            </a:r>
          </a:p>
          <a:p>
            <a:pPr lvl="1" defTabSz="225425"/>
            <a:r>
              <a:rPr lang="ko-KR" altLang="en-US" dirty="0"/>
              <a:t>처리 대상 문서</a:t>
            </a:r>
            <a:r>
              <a:rPr lang="en-US" altLang="ko-KR" dirty="0"/>
              <a:t>		: </a:t>
            </a:r>
            <a:r>
              <a:rPr lang="ko-KR" altLang="en-US" dirty="0"/>
              <a:t>한국어</a:t>
            </a:r>
            <a:r>
              <a:rPr lang="en-US" altLang="ko-KR" dirty="0"/>
              <a:t>·</a:t>
            </a:r>
            <a:r>
              <a:rPr lang="ko-KR" altLang="en-US" dirty="0"/>
              <a:t>영어</a:t>
            </a:r>
            <a:r>
              <a:rPr lang="en-US" altLang="ko-KR" dirty="0"/>
              <a:t>·</a:t>
            </a:r>
            <a:r>
              <a:rPr lang="ko-KR" altLang="en-US" dirty="0"/>
              <a:t>일본어 혼합 </a:t>
            </a:r>
            <a:r>
              <a:rPr lang="en-US" altLang="ko-KR" dirty="0"/>
              <a:t>PDF (</a:t>
            </a:r>
            <a:r>
              <a:rPr lang="ko-KR" altLang="en-US" dirty="0"/>
              <a:t>단일</a:t>
            </a:r>
            <a:r>
              <a:rPr lang="en-US" altLang="ko-KR" dirty="0"/>
              <a:t>/</a:t>
            </a:r>
            <a:r>
              <a:rPr lang="ko-KR" altLang="en-US" dirty="0"/>
              <a:t>다단 레이아웃</a:t>
            </a:r>
            <a:r>
              <a:rPr lang="en-US" altLang="ko-KR" dirty="0"/>
              <a:t>, Digital/Scan</a:t>
            </a:r>
            <a:r>
              <a:rPr lang="ko-KR" altLang="en-US" dirty="0"/>
              <a:t>본</a:t>
            </a:r>
            <a:r>
              <a:rPr lang="en-US" altLang="ko-KR" dirty="0"/>
              <a:t>, </a:t>
            </a:r>
            <a:r>
              <a:rPr lang="ko-KR" altLang="en-US" dirty="0"/>
              <a:t>수식 포함 여부</a:t>
            </a:r>
            <a:r>
              <a:rPr lang="en-US" altLang="ko-KR" dirty="0"/>
              <a:t>) </a:t>
            </a:r>
          </a:p>
          <a:p>
            <a:pPr lvl="1" defTabSz="225425"/>
            <a:r>
              <a:rPr lang="en-US" altLang="ko-KR" dirty="0"/>
              <a:t>OCR </a:t>
            </a:r>
            <a:r>
              <a:rPr lang="ko-KR" altLang="en-US" dirty="0"/>
              <a:t>언어 설정</a:t>
            </a:r>
            <a:r>
              <a:rPr lang="en-US" altLang="ko-KR" dirty="0"/>
              <a:t>		: </a:t>
            </a:r>
            <a:r>
              <a:rPr lang="ko-KR" altLang="en-US" dirty="0"/>
              <a:t>문서 분류 결과에 따라 </a:t>
            </a:r>
            <a:r>
              <a:rPr lang="en-US" altLang="ko-KR" dirty="0" err="1"/>
              <a:t>eng</a:t>
            </a:r>
            <a:r>
              <a:rPr lang="en-US" altLang="ko-KR" dirty="0"/>
              <a:t> / </a:t>
            </a:r>
            <a:r>
              <a:rPr lang="en-US" altLang="ko-KR" dirty="0" err="1"/>
              <a:t>kor+eng</a:t>
            </a:r>
            <a:r>
              <a:rPr lang="en-US" altLang="ko-KR" dirty="0"/>
              <a:t> / </a:t>
            </a:r>
            <a:r>
              <a:rPr lang="en-US" altLang="ko-KR" dirty="0" err="1"/>
              <a:t>kor+eng+jpn</a:t>
            </a:r>
            <a:r>
              <a:rPr lang="en-US" altLang="ko-KR" dirty="0"/>
              <a:t> </a:t>
            </a:r>
            <a:r>
              <a:rPr lang="ko-KR" altLang="en-US" dirty="0"/>
              <a:t>자동 선택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1241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06282-B2DF-2C4A-BB9E-25711E51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UI</a:t>
            </a:r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4A95523D-54EA-B0D7-4392-8FB733848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770" y="892175"/>
            <a:ext cx="9843672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7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37CFA-B318-A19F-A87E-9C5D4D28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</a:t>
            </a:r>
            <a:r>
              <a:rPr lang="ko-KR" altLang="en-US" dirty="0"/>
              <a:t>하기 위해 등록된 </a:t>
            </a:r>
            <a:r>
              <a:rPr lang="en-US" altLang="ko-KR" dirty="0"/>
              <a:t>PDF File List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DEDB88D-D71B-232C-9973-D350C2667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770" y="892175"/>
            <a:ext cx="9843672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5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D7F0F-49A3-40D0-4341-820F659A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원본 </a:t>
            </a:r>
            <a:r>
              <a:rPr lang="en-US" altLang="ko-KR" dirty="0"/>
              <a:t>PDF File .vs. OCR</a:t>
            </a:r>
            <a:r>
              <a:rPr lang="ko-KR" altLang="en-US" dirty="0"/>
              <a:t>로 인식된 내용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D30E1B0-7806-A316-647D-DC7A74AD3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770" y="892175"/>
            <a:ext cx="9843672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21236"/>
      </p:ext>
    </p:extLst>
  </p:cSld>
  <p:clrMapOvr>
    <a:masterClrMapping/>
  </p:clrMapOvr>
</p:sld>
</file>

<file path=ppt/theme/theme1.xml><?xml version="1.0" encoding="utf-8"?>
<a:theme xmlns:a="http://schemas.openxmlformats.org/drawingml/2006/main" name="깨끗한 서식">
  <a:themeElements>
    <a:clrScheme name="파스텔톤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파스텔톤">
      <a:majorFont>
        <a:latin typeface=""/>
        <a:ea typeface="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 w="9525" cap="flat" cmpd="sng" algn="ctr">
          <a:noFill/>
          <a:prstDash val="solid"/>
        </a:ln>
        <a:effectLst/>
      </a:spPr>
      <a:bodyPr wrap="square" lIns="36000" rIns="36000" rtlCol="0" anchor="ctr"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1" i="0" u="none" strike="noStrike" kern="0" cap="none" spc="0" normalizeH="0" baseline="0" noProof="0" dirty="0" smtClean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Calibri" pitchFamily="34" charset="0"/>
            <a:ea typeface="맑은 고딕"/>
            <a:cs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12700" cap="sq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solidFill>
          <a:schemeClr val="bg2">
            <a:lumMod val="10000"/>
            <a:lumOff val="90000"/>
          </a:schemeClr>
        </a:solidFill>
      </a:spPr>
      <a:bodyPr wrap="none" lIns="18000" tIns="18000" rIns="18000" bIns="18000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파스텔톤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489623</TotalTime>
  <Words>227</Words>
  <Application>Microsoft Office PowerPoint</Application>
  <PresentationFormat>와이드스크린</PresentationFormat>
  <Paragraphs>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굴림</vt:lpstr>
      <vt:lpstr>맑은 고딕</vt:lpstr>
      <vt:lpstr>바탕체</vt:lpstr>
      <vt:lpstr>Arial</vt:lpstr>
      <vt:lpstr>Calibri</vt:lpstr>
      <vt:lpstr>Verdana</vt:lpstr>
      <vt:lpstr>Wingdings</vt:lpstr>
      <vt:lpstr>깨끗한 서식</vt:lpstr>
      <vt:lpstr>Office 테마</vt:lpstr>
      <vt:lpstr>RAG Pipeline Manager  ---  Semics  AMP 2기  ---</vt:lpstr>
      <vt:lpstr>RAG Pipeline Manager</vt:lpstr>
      <vt:lpstr>Main UI</vt:lpstr>
      <vt:lpstr>Test하기 위해 등록된 PDF File List</vt:lpstr>
      <vt:lpstr>원본 PDF File .vs. OCR로 인식된 내용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Lee Ki-Seob</dc:creator>
  <cp:lastModifiedBy>기섭 이</cp:lastModifiedBy>
  <cp:revision>3058</cp:revision>
  <cp:lastPrinted>2025-06-12T01:02:31Z</cp:lastPrinted>
  <dcterms:created xsi:type="dcterms:W3CDTF">2005-12-23T10:13:46Z</dcterms:created>
  <dcterms:modified xsi:type="dcterms:W3CDTF">2026-06-10T06:35:08Z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e15c3d-a56e-497c-9cdc-82deee5de92e_Enabled">
    <vt:lpwstr>true</vt:lpwstr>
  </property>
  <property fmtid="{D5CDD505-2E9C-101B-9397-08002B2CF9AE}" pid="3" name="MSIP_Label_5ee15c3d-a56e-497c-9cdc-82deee5de92e_SetDate">
    <vt:lpwstr>2021-04-12T02:19:17Z</vt:lpwstr>
  </property>
  <property fmtid="{D5CDD505-2E9C-101B-9397-08002B2CF9AE}" pid="4" name="MSIP_Label_5ee15c3d-a56e-497c-9cdc-82deee5de92e_Method">
    <vt:lpwstr>Privileged</vt:lpwstr>
  </property>
  <property fmtid="{D5CDD505-2E9C-101B-9397-08002B2CF9AE}" pid="5" name="MSIP_Label_5ee15c3d-a56e-497c-9cdc-82deee5de92e_Name">
    <vt:lpwstr>일반</vt:lpwstr>
  </property>
  <property fmtid="{D5CDD505-2E9C-101B-9397-08002B2CF9AE}" pid="6" name="MSIP_Label_5ee15c3d-a56e-497c-9cdc-82deee5de92e_SiteId">
    <vt:lpwstr>d4e1e38e-fc0c-43eb-a312-8dde8c4b8a7e</vt:lpwstr>
  </property>
  <property fmtid="{D5CDD505-2E9C-101B-9397-08002B2CF9AE}" pid="7" name="MSIP_Label_5ee15c3d-a56e-497c-9cdc-82deee5de92e_ActionId">
    <vt:lpwstr>93f740e7-061a-4d87-9133-f1976b8850c5</vt:lpwstr>
  </property>
  <property fmtid="{D5CDD505-2E9C-101B-9397-08002B2CF9AE}" pid="8" name="MSIP_Label_5ee15c3d-a56e-497c-9cdc-82deee5de92e_ContentBits">
    <vt:lpwstr>0</vt:lpwstr>
  </property>
</Properties>
</file>